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5" r:id="rId4"/>
  </p:sldMasterIdLst>
  <p:notesMasterIdLst>
    <p:notesMasterId r:id="rId32"/>
  </p:notesMasterIdLst>
  <p:handoutMasterIdLst>
    <p:handoutMasterId r:id="rId33"/>
  </p:handout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23"/>
    <p:sldId id="265" r:id="rId22"/>
    <p:sldId id="266" r:id="rId21"/>
    <p:sldId id="267" r:id="rId20"/>
    <p:sldId id="268" r:id="rId19"/>
    <p:sldId id="269" r:id="rId18"/>
    <p:sldId id="270" r:id="rId17"/>
  </p:sldIdLst>
  <p:sldSz cx="12192000" cy="6858000"/>
  <p:notesSz cx="7010400" cy="9296400"/>
  <p:embeddedFontLst>
    <p:embeddedFont>
      <p:font typeface="Barlow" pitchFamily="2" charset="77"/>
      <p:regular r:id="rId34"/>
      <p:bold r:id="rId35"/>
      <p:italic r:id="rId36"/>
      <p:boldItalic r:id="rId37"/>
    </p:embeddedFont>
    <p:embeddedFont>
      <p:font typeface="Barlow Medium" pitchFamily="2" charset="77"/>
      <p:regular r:id="rId38"/>
      <p:italic r:id="rId39"/>
    </p:embeddedFont>
    <p:embeddedFont>
      <p:font typeface="Barlow SemiBold" pitchFamily="2" charset="77"/>
      <p:regular r:id="rId40"/>
      <p:bold r:id="rId41"/>
      <p:italic r:id="rId42"/>
      <p:boldItalic r:id="rId43"/>
    </p:embeddedFont>
    <p:embeddedFont>
      <p:font typeface="Wingdings 3" pitchFamily="2" charset="2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" id="{DC9343AB-3633-0040-8C20-EE436A4C326C}">
          <p14:sldIdLst>
            <p14:sldId id="2147479815"/>
            <p14:sldId id="2147479816"/>
          </p14:sldIdLst>
        </p14:section>
        <p14:section name="Guideline" id="{C03561D4-B6A8-2F43-ADF4-0F7A07DA2D64}">
          <p14:sldIdLst>
            <p14:sldId id="2147479795"/>
            <p14:sldId id="2147479796"/>
            <p14:sldId id="2147479819"/>
            <p14:sldId id="2147479797"/>
            <p14:sldId id="2147479798"/>
          </p14:sldIdLst>
        </p14:section>
        <p14:section name="Presentation Slides" id="{946C8B3A-61C4-AF40-8103-203EBE56DE26}">
          <p14:sldIdLst>
            <p14:sldId id="2147479799"/>
            <p14:sldId id="2147479800"/>
            <p14:sldId id="2147479817"/>
            <p14:sldId id="2147479801"/>
            <p14:sldId id="2147479802"/>
            <p14:sldId id="2147479803"/>
            <p14:sldId id="2147479818"/>
            <p14:sldId id="2147479804"/>
            <p14:sldId id="2147479805"/>
            <p14:sldId id="2147479806"/>
            <p14:sldId id="2147479807"/>
            <p14:sldId id="2147479808"/>
            <p14:sldId id="2147479809"/>
            <p14:sldId id="2147479810"/>
            <p14:sldId id="2147479811"/>
            <p14:sldId id="2147479820"/>
            <p14:sldId id="2147479812"/>
            <p14:sldId id="2147479813"/>
            <p14:sldId id="2147479654"/>
            <p14:sldId id="21474797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CFB64D-9294-73B9-698D-53AC9DE94753}" name="Gildred, Terrence" initials="TG" userId="S::Terrence.Gildred@analog.com::41e59cfa-3130-4dc8-bb17-32cbb5d94a2b" providerId="AD"/>
  <p188:author id="{9F151DE2-766A-42B1-0845-564F1EFC92C8}" name="Corley, Chuck" initials="CC" userId="S::Chuck.Corley@analog.com::9b82cf21-72de-4287-943d-2b8797d81e32" providerId="AD"/>
  <p188:author id="{B32441EB-C32A-3CA3-B2FD-35A7E093F3DD}" name="Shaw, Shelly" initials="SS" userId="S::shelly.shaw@analog.com::fffc5d37-691b-410b-b340-04c3784de4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 " initials=" 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F"/>
    <a:srgbClr val="D8D9DF"/>
    <a:srgbClr val="6DE9EC"/>
    <a:srgbClr val="6DE1EC"/>
    <a:srgbClr val="F0F0F2"/>
    <a:srgbClr val="E2E3E6"/>
    <a:srgbClr val="D9D9DE"/>
    <a:srgbClr val="9EA1AE"/>
    <a:srgbClr val="D9E1E4"/>
    <a:srgbClr val="E7ECEC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6327" autoAdjust="0"/>
  </p:normalViewPr>
  <p:slideViewPr>
    <p:cSldViewPr snapToGrid="0" snapToObjects="1">
      <p:cViewPr varScale="1">
        <p:scale>
          <a:sx n="139" d="100"/>
          <a:sy n="139" d="100"/>
        </p:scale>
        <p:origin x="1064" y="176"/>
      </p:cViewPr>
      <p:guideLst/>
    </p:cSldViewPr>
  </p:slideViewPr>
  <p:outlineViewPr>
    <p:cViewPr>
      <p:scale>
        <a:sx n="33" d="100"/>
        <a:sy n="33" d="100"/>
      </p:scale>
      <p:origin x="0" y="12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11" d="100"/>
          <a:sy n="111" d="100"/>
        </p:scale>
        <p:origin x="328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7" Type="http://schemas.openxmlformats.org/officeDocument/2006/relationships/slide" Target="slides/slide15.xml"/><Relationship Id="rId18" Type="http://schemas.openxmlformats.org/officeDocument/2006/relationships/slide" Target="slides/slide14.xml"/><Relationship Id="rId19" Type="http://schemas.openxmlformats.org/officeDocument/2006/relationships/slide" Target="slides/slide13.xml"/><Relationship Id="rId20" Type="http://schemas.openxmlformats.org/officeDocument/2006/relationships/slide" Target="slides/slide12.xml"/><Relationship Id="rId21" Type="http://schemas.openxmlformats.org/officeDocument/2006/relationships/slide" Target="slides/slide11.xml"/><Relationship Id="rId22" Type="http://schemas.openxmlformats.org/officeDocument/2006/relationships/slide" Target="slides/slide10.xml"/><Relationship Id="rId23" Type="http://schemas.openxmlformats.org/officeDocument/2006/relationships/slide" Target="slides/slide9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font" Target="fonts/font9.fntdata"/><Relationship Id="rId43" Type="http://schemas.openxmlformats.org/officeDocument/2006/relationships/font" Target="fonts/font10.fntdata"/><Relationship Id="rId44" Type="http://schemas.openxmlformats.org/officeDocument/2006/relationships/font" Target="fonts/font11.fntdata"/><Relationship Id="rId45" Type="http://schemas.openxmlformats.org/officeDocument/2006/relationships/commentAuthors" Target="commentAuthor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0.emf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597444" y="8829967"/>
            <a:ext cx="411333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200"/>
            </a:lvl1pPr>
          </a:lstStyle>
          <a:p>
            <a:fld id="{013FF889-DBB5-E540-8E75-47BFCA628842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Barlow" pitchFamily="2" charset="77"/>
                <a:cs typeface="Arial" panose="020B0604020202020204" pitchFamily="34" charset="0"/>
              </a:rPr>
              <a:t>‹#›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7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/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A4C274-FC20-274E-ABAE-1B6BD23BAF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C9AD1-494E-6A4E-8F5F-425D5063F09E}" type="datetimeFigureOut">
              <a:rPr lang="en-US" smtClean="0"/>
              <a:t>1/15/26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1346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0.emf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814897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l">
              <a:defRPr sz="1000" b="0" i="0"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rgbClr val="FFFFFF">
                    <a:lumMod val="65000"/>
                  </a:srgbClr>
                </a:solidFill>
              </a:rPr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9360" y="8829967"/>
            <a:ext cx="699418" cy="464820"/>
          </a:xfrm>
          <a:prstGeom prst="rect">
            <a:avLst/>
          </a:prstGeom>
        </p:spPr>
        <p:txBody>
          <a:bodyPr vert="horz" lIns="93177" tIns="46589" rIns="93177" bIns="46589" rtlCol="0" anchor="ctr"/>
          <a:lstStyle>
            <a:lvl1pPr algn="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fld id="{900B8651-D313-4300-801F-83656702695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037839" y="8829967"/>
            <a:ext cx="3271521" cy="46482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arlow" pitchFamily="2" charset="77"/>
                <a:ea typeface="+mn-ea"/>
                <a:cs typeface="Arial" panose="020B0604020202020204" pitchFamily="34" charset="0"/>
              </a:rPr>
              <a:t>Analog Devices Confidential Information</a:t>
            </a:r>
          </a:p>
        </p:txBody>
      </p:sp>
      <p:sp>
        <p:nvSpPr>
          <p:cNvPr id="9" name="Header Placeholder 1"/>
          <p:cNvSpPr>
            <a:spLocks noGrp="1"/>
          </p:cNvSpPr>
          <p:nvPr>
            <p:ph type="hdr" sz="quarter"/>
          </p:nvPr>
        </p:nvSpPr>
        <p:spPr>
          <a:xfrm>
            <a:off x="1676234" y="108612"/>
            <a:ext cx="4282113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l">
              <a:defRPr sz="1200" b="0" i="0">
                <a:latin typeface="Barlow" pitchFamily="2" charset="77"/>
              </a:defRPr>
            </a:lvl1pPr>
          </a:lstStyle>
          <a:p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" name="Date Placeholder 2"/>
          <p:cNvSpPr>
            <a:spLocks noGrp="1"/>
          </p:cNvSpPr>
          <p:nvPr>
            <p:ph type="dt" sz="quarter" idx="1"/>
          </p:nvPr>
        </p:nvSpPr>
        <p:spPr>
          <a:xfrm>
            <a:off x="6056670" y="108612"/>
            <a:ext cx="952107" cy="464820"/>
          </a:xfrm>
          <a:prstGeom prst="rect">
            <a:avLst/>
          </a:prstGeom>
        </p:spPr>
        <p:txBody>
          <a:bodyPr vert="horz" lIns="93177" tIns="0" rIns="93177" bIns="0" rtlCol="0" anchor="t"/>
          <a:lstStyle>
            <a:lvl1pPr algn="r">
              <a:defRPr sz="1200" b="0" i="0">
                <a:latin typeface="Barlow" pitchFamily="2" charset="77"/>
              </a:defRPr>
            </a:lvl1pPr>
          </a:lstStyle>
          <a:p>
            <a:fld id="{2C2AD557-2032-D74A-B281-F0540E660787}" type="datetimeFigureOut">
              <a:rPr lang="en-US" sz="1000" smtClean="0">
                <a:solidFill>
                  <a:schemeClr val="bg1">
                    <a:lumMod val="50000"/>
                  </a:schemeClr>
                </a:solidFill>
                <a:cs typeface="Arial" panose="020B0604020202020204" pitchFamily="34" charset="0"/>
              </a:rPr>
              <a:pPr/>
              <a:t>1/15/26</a:t>
            </a:fld>
            <a:endParaRPr lang="en-US" sz="1000" dirty="0">
              <a:solidFill>
                <a:schemeClr val="bg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51" y="108612"/>
            <a:ext cx="1323726" cy="535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3899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buClr>
        <a:schemeClr val="tx2"/>
      </a:buClr>
      <a:buSzPct val="75000"/>
      <a:buFont typeface="Wingdings 3" panose="05040102010807070707" pitchFamily="18" charset="2"/>
      <a:buChar char="u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1pPr>
    <a:lvl2pPr marL="344488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2pPr>
    <a:lvl3pPr marL="5111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3pPr>
    <a:lvl4pPr marL="688975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4pPr>
    <a:lvl5pPr marL="855663" indent="-171450" algn="l" defTabSz="914400" rtl="0" eaLnBrk="1" latinLnBrk="0" hangingPunct="1">
      <a:buClr>
        <a:schemeClr val="tx2"/>
      </a:buClr>
      <a:buSzPct val="100000"/>
      <a:buFont typeface="Wingdings" panose="05000000000000000000" pitchFamily="2" charset="2"/>
      <a:buChar char="§"/>
      <a:defRPr sz="1200" b="0" i="0" kern="1200">
        <a:solidFill>
          <a:schemeClr val="tx1">
            <a:lumMod val="50000"/>
            <a:lumOff val="50000"/>
          </a:schemeClr>
        </a:solidFill>
        <a:latin typeface="Barlow" pitchFamily="2" charset="77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jpg"/><Relationship Id="rId4" Type="http://schemas.openxmlformats.org/officeDocument/2006/relationships/hyperlink" Target="https://www.analog.com/en/index.html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hyperlink" Target="https://www.analog.com/en/index.html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7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3.jpg"/><Relationship Id="rId4" Type="http://schemas.openxmlformats.org/officeDocument/2006/relationships/hyperlink" Target="https://www.analog.com/en/index.html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4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45A94-3CF9-DE40-192E-900232841E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8A71F52-3503-B96C-9247-6161E2C3DC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A03B89A1-CA1A-58B5-ACA8-74366DA0AF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1235363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F5266-55C9-0BE1-E63F-2CD32DA02C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2F76C70-D0CE-D738-0558-91BF754BF15B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49D9AC0-F957-4A6F-4DD9-7A5FC61565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CF1316C-10A5-28E9-22D3-E28B92C6CB2F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hlinkClick r:id="rId3"/>
            <a:extLst>
              <a:ext uri="{FF2B5EF4-FFF2-40B4-BE49-F238E27FC236}">
                <a16:creationId xmlns:a16="http://schemas.microsoft.com/office/drawing/2014/main" id="{DF7479F7-195D-2E18-401F-FAE71BD96051}"/>
              </a:ext>
            </a:extLst>
          </p:cNvPr>
          <p:cNvSpPr txBox="1"/>
          <p:nvPr userDrawn="1"/>
        </p:nvSpPr>
        <p:spPr>
          <a:xfrm>
            <a:off x="432854" y="6204857"/>
            <a:ext cx="949632" cy="20682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4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analog.com</a:t>
            </a:r>
            <a:endParaRPr lang="en-IE" sz="1400" b="0" i="0" u="none" spc="100" baseline="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Barlow Medium" pitchFamily="2" charset="77"/>
            </a:endParaRPr>
          </a:p>
        </p:txBody>
      </p:sp>
      <p:pic>
        <p:nvPicPr>
          <p:cNvPr id="10" name="Graphic 9">
            <a:hlinkClick r:id="rId3"/>
            <a:extLst>
              <a:ext uri="{FF2B5EF4-FFF2-40B4-BE49-F238E27FC236}">
                <a16:creationId xmlns:a16="http://schemas.microsoft.com/office/drawing/2014/main" id="{55E32BF2-18A2-7CEE-0495-510A9F96AF9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980" y="904240"/>
            <a:ext cx="1584784" cy="450000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34EDB31-305D-ABD5-A5B5-5A901432FC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293" y="4667812"/>
            <a:ext cx="3600000" cy="2700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 i="0" spc="0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Author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C40DCC2-6B3F-66D3-DF6F-1CAFC8AB6C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293" y="4963932"/>
            <a:ext cx="2880000" cy="390388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Job Title</a:t>
            </a:r>
          </a:p>
          <a:p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EC33F89-D1AD-97BD-9796-653C4E7471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Title,</a:t>
            </a:r>
            <a:br>
              <a:rPr lang="en-US" dirty="0"/>
            </a:br>
            <a:r>
              <a:rPr lang="en-US" dirty="0"/>
              <a:t>3 Lines Max, 44 pt.</a:t>
            </a:r>
            <a:br>
              <a:rPr lang="en-US" dirty="0"/>
            </a:br>
            <a:r>
              <a:rPr lang="en-US" dirty="0"/>
              <a:t>Title Case</a:t>
            </a:r>
          </a:p>
        </p:txBody>
      </p:sp>
    </p:spTree>
    <p:extLst>
      <p:ext uri="{BB962C8B-B14F-4D97-AF65-F5344CB8AC3E}">
        <p14:creationId xmlns:p14="http://schemas.microsoft.com/office/powerpoint/2010/main" val="50467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75A93E-07A2-EBD4-1717-2BC5B458C0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 sz="1800"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 sz="1600"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 sz="1400"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79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ine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74B564B-7F9F-32DC-1EEB-57A3EFAD5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/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B830200-494D-376F-25FC-62708EAC8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D4A03-9143-BC58-1681-1225AE4D7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27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working in a factory&#10;&#10;Description automatically generated">
            <a:extLst>
              <a:ext uri="{FF2B5EF4-FFF2-40B4-BE49-F238E27FC236}">
                <a16:creationId xmlns:a16="http://schemas.microsoft.com/office/drawing/2014/main" id="{5279C31A-3F31-E41C-E7A3-5016245564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980CC74-0812-43C2-2A04-E80B64FF4663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2F3DE54-34B6-3AF3-6CD6-3EEEE3D9CBDA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E238CC0-96D0-F452-54CA-4E0E61680C7C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5E685E6-13CB-D38D-FEA2-77D90875D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42645455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Slide with Pattern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AD60E70-32AD-72EE-B1DB-7DDA206A7E59}"/>
              </a:ext>
            </a:extLst>
          </p:cNvPr>
          <p:cNvGrpSpPr/>
          <p:nvPr userDrawn="1"/>
        </p:nvGrpSpPr>
        <p:grpSpPr>
          <a:xfrm>
            <a:off x="0" y="0"/>
            <a:ext cx="7617658" cy="6862572"/>
            <a:chOff x="1" y="-4572"/>
            <a:chExt cx="7617658" cy="686257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99A5004D-7C58-27D4-EB7C-CAEEB8F6A5B8}"/>
                </a:ext>
              </a:extLst>
            </p:cNvPr>
            <p:cNvSpPr/>
            <p:nvPr userDrawn="1"/>
          </p:nvSpPr>
          <p:spPr>
            <a:xfrm>
              <a:off x="104172" y="205255"/>
              <a:ext cx="7513487" cy="6652745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859925 w 7513487"/>
                <a:gd name="connsiteY3" fmla="*/ 6638374 h 6858000"/>
                <a:gd name="connsiteX4" fmla="*/ 0 w 7513487"/>
                <a:gd name="connsiteY4" fmla="*/ 6858000 h 6858000"/>
                <a:gd name="connsiteX5" fmla="*/ 0 w 7513487"/>
                <a:gd name="connsiteY5" fmla="*/ 0 h 6858000"/>
                <a:gd name="connsiteX0" fmla="*/ 0 w 7513487"/>
                <a:gd name="connsiteY0" fmla="*/ 0 h 6649933"/>
                <a:gd name="connsiteX1" fmla="*/ 1541566 w 7513487"/>
                <a:gd name="connsiteY1" fmla="*/ 0 h 6649933"/>
                <a:gd name="connsiteX2" fmla="*/ 7513487 w 7513487"/>
                <a:gd name="connsiteY2" fmla="*/ 3417425 h 6649933"/>
                <a:gd name="connsiteX3" fmla="*/ 1859925 w 7513487"/>
                <a:gd name="connsiteY3" fmla="*/ 6638374 h 6649933"/>
                <a:gd name="connsiteX4" fmla="*/ 0 w 7513487"/>
                <a:gd name="connsiteY4" fmla="*/ 6649933 h 6649933"/>
                <a:gd name="connsiteX5" fmla="*/ 0 w 7513487"/>
                <a:gd name="connsiteY5" fmla="*/ 0 h 6649933"/>
                <a:gd name="connsiteX0" fmla="*/ 0 w 7513487"/>
                <a:gd name="connsiteY0" fmla="*/ 0 h 6643886"/>
                <a:gd name="connsiteX1" fmla="*/ 1541566 w 7513487"/>
                <a:gd name="connsiteY1" fmla="*/ 0 h 6643886"/>
                <a:gd name="connsiteX2" fmla="*/ 7513487 w 7513487"/>
                <a:gd name="connsiteY2" fmla="*/ 3417425 h 6643886"/>
                <a:gd name="connsiteX3" fmla="*/ 1859925 w 7513487"/>
                <a:gd name="connsiteY3" fmla="*/ 6638374 h 6643886"/>
                <a:gd name="connsiteX4" fmla="*/ 0 w 7513487"/>
                <a:gd name="connsiteY4" fmla="*/ 6643886 h 6643886"/>
                <a:gd name="connsiteX5" fmla="*/ 0 w 7513487"/>
                <a:gd name="connsiteY5" fmla="*/ 0 h 664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513487" h="6643886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859925" y="6638374"/>
                  </a:lnTo>
                  <a:lnTo>
                    <a:pt x="0" y="6643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AB5AFC3-5343-064B-A219-1AE7209A8C04}"/>
                </a:ext>
              </a:extLst>
            </p:cNvPr>
            <p:cNvSpPr/>
            <p:nvPr userDrawn="1"/>
          </p:nvSpPr>
          <p:spPr>
            <a:xfrm>
              <a:off x="1" y="-4572"/>
              <a:ext cx="7513487" cy="6862572"/>
            </a:xfrm>
            <a:custGeom>
              <a:avLst/>
              <a:gdLst>
                <a:gd name="connsiteX0" fmla="*/ 0 w 7513487"/>
                <a:gd name="connsiteY0" fmla="*/ 0 h 6858000"/>
                <a:gd name="connsiteX1" fmla="*/ 1541566 w 7513487"/>
                <a:gd name="connsiteY1" fmla="*/ 0 h 6858000"/>
                <a:gd name="connsiteX2" fmla="*/ 7513487 w 7513487"/>
                <a:gd name="connsiteY2" fmla="*/ 3417425 h 6858000"/>
                <a:gd name="connsiteX3" fmla="*/ 1501110 w 7513487"/>
                <a:gd name="connsiteY3" fmla="*/ 6858000 h 6858000"/>
                <a:gd name="connsiteX4" fmla="*/ 0 w 7513487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3487" h="6858000">
                  <a:moveTo>
                    <a:pt x="0" y="0"/>
                  </a:moveTo>
                  <a:lnTo>
                    <a:pt x="1541566" y="0"/>
                  </a:lnTo>
                  <a:lnTo>
                    <a:pt x="7513487" y="3417425"/>
                  </a:lnTo>
                  <a:lnTo>
                    <a:pt x="150111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  <a:miter lim="800000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C18DD37-D9CA-886C-4E16-79E064AA6B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4403" y="2448560"/>
            <a:ext cx="5040000" cy="1979006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US" dirty="0"/>
              <a:t>Click to Add Section Title, 3 Lines Max, 44 pt., Title Case</a:t>
            </a:r>
          </a:p>
        </p:txBody>
      </p:sp>
    </p:spTree>
    <p:extLst>
      <p:ext uri="{BB962C8B-B14F-4D97-AF65-F5344CB8AC3E}">
        <p14:creationId xmlns:p14="http://schemas.microsoft.com/office/powerpoint/2010/main" val="532668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0F7495-C78C-5BD8-12F5-D3FE1407E08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7600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7E58A3-0A5D-732B-0055-E391B11ABCF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94293" y="1364400"/>
            <a:ext cx="5486400" cy="509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9D0724DB-44AA-8EF1-D24E-EE31252C8A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2D86F02-FD9E-9CA8-C43A-A87AC3AFA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941DD9-5289-8381-97D8-48A472D3D1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0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A88B1579-377C-8586-6E52-6B200302C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253026E-B5C4-FD0A-19D4-0B5461FD6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1A507F-49ED-2628-38B9-7F81817B7B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10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ub Header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943F822-F879-A359-A0CB-E4E9D060DA7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7100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36D999-58A8-2BE5-FFFE-3347C537C4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599" y="1362881"/>
            <a:ext cx="5486400" cy="273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bg2">
                    <a:lumMod val="75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Title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17CAD3-45BB-FDDB-D008-5419EA5DB37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14CBD0C-A49D-E688-875B-662AD4E5C92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301565" y="1921564"/>
            <a:ext cx="5486399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5B95C7BD-0ECF-E8E8-0AA1-669DC7027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ED327D0-C0CF-65BA-41BD-4DD376DF5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E7B0F791-FCAD-93C1-469A-FF5C94923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6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D6FD505D-77D2-F2AA-38CA-7D137C31B20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22066" y="1050828"/>
            <a:ext cx="5958000" cy="53964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bg2"/>
              </a:buClr>
              <a:buSzPct val="75000"/>
              <a:buFont typeface="Barlow"/>
              <a:buNone/>
              <a:tabLst/>
              <a:defRPr sz="20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ADFE071F-83A9-FEE7-214E-2FCD9E1F5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598" y="640080"/>
            <a:ext cx="5040000" cy="1270000"/>
          </a:xfrm>
        </p:spPr>
        <p:txBody>
          <a:bodyPr anchor="t"/>
          <a:lstStyle>
            <a:lvl1pPr algn="l">
              <a:defRPr sz="3200" spc="0" baseline="0"/>
            </a:lvl1pPr>
          </a:lstStyle>
          <a:p>
            <a:r>
              <a:rPr lang="en-GB" dirty="0"/>
              <a:t>Click to Add Title in Barlow Medium 32 pt. Max Three Lines, Title Case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C0673C-A7DF-F8F0-75F9-2DE7661FFE5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1" y="2191109"/>
            <a:ext cx="5040000" cy="4256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47974C77-A9A2-9C5D-4B14-33988A2D7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B890-9F88-CA9F-C400-1C66AD3B0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034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–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82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B4FFC0-576B-550B-4CBA-830C438E3C7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8400" y="1424723"/>
            <a:ext cx="5473925" cy="49388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54864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529CD75-8F30-B30C-E480-81A1F577984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7258" y="1508426"/>
            <a:ext cx="5312865" cy="276296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2DA376E-BE10-B3A0-DBE8-9E5D6C7A2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CD558F40-9DA9-CB95-74DD-933171C63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5AF5B83E-6C3A-101F-034F-589F15E85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13351-C552-5A94-17B8-263F876C4AF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89677" y="1424723"/>
            <a:ext cx="5473925" cy="493886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lIns="144000" tIns="548640" rIns="144000" bIns="144000"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A2BAA59-1553-5E7A-5758-A536AEAD4B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8535" y="1508426"/>
            <a:ext cx="5312865" cy="276296"/>
          </a:xfrm>
          <a:prstGeom prst="roundRect">
            <a:avLst>
              <a:gd name="adj" fmla="val 0"/>
            </a:avLst>
          </a:prstGeom>
          <a:solidFill>
            <a:schemeClr val="tx2"/>
          </a:solidFill>
        </p:spPr>
        <p:txBody>
          <a:bodyPr anchor="ctr">
            <a:noAutofit/>
          </a:bodyPr>
          <a:lstStyle>
            <a:lvl1pPr marL="9525" indent="0" algn="ctr">
              <a:buNone/>
              <a:defRPr sz="1400" b="1" i="0" cap="all" spc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03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2C34F2-A2E5-C931-892C-CE8C345AC02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25E0C486-E304-0B39-E7CF-15E096E1F3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85BC1DD9-AC3F-0292-BB41-73EB158CE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48B6C0D-5EBB-8307-1013-31292E06E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:a16="http://schemas.microsoft.com/office/drawing/2014/main" id="{2D195A7E-0C05-1F56-0D38-D979AC053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7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EB10E12-5D30-25F8-D19C-B3E68E6B38A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353312"/>
            <a:ext cx="11358000" cy="5094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02ACB762-6130-5103-7F8E-B720747466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7" name="Legal Statement">
            <a:extLst>
              <a:ext uri="{FF2B5EF4-FFF2-40B4-BE49-F238E27FC236}">
                <a16:creationId xmlns:a16="http://schemas.microsoft.com/office/drawing/2014/main" id="{D55D98FE-1E49-E649-CF80-534ECD170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2A745CB-3967-AEA6-EDEB-05D34A193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43320B93-2F90-58F6-9BE3-C21659D08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1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Line Title and Content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298877-00D0-02CC-EA8B-6319826E66D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771752"/>
            <a:ext cx="11358000" cy="4675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E01E07D0-B84C-94C2-609C-807354D42E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8" name="Legal Statement">
            <a:extLst>
              <a:ext uri="{FF2B5EF4-FFF2-40B4-BE49-F238E27FC236}">
                <a16:creationId xmlns:a16="http://schemas.microsoft.com/office/drawing/2014/main" id="{0F823DA7-FF9A-EFC6-F2C2-DE776C901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8E4D307-C8C1-6C95-AFDC-759E6C2C3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8853D40-8423-5943-1966-67876C31EA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842400"/>
          </a:xfrm>
        </p:spPr>
        <p:txBody>
          <a:bodyPr tIns="36576" anchor="t" anchorCtr="0"/>
          <a:lstStyle>
            <a:lvl1pPr>
              <a:defRPr sz="3200" spc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 in Barlow Medium 32 pt. </a:t>
            </a:r>
            <a:br>
              <a:rPr lang="en-GB" dirty="0"/>
            </a:br>
            <a:r>
              <a:rPr lang="en-GB" dirty="0"/>
              <a:t>Max Two Lines,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with Sub Header - Dar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EF11BB-C904-5C9F-F364-E905AEE95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7600" y="1364400"/>
            <a:ext cx="11344500" cy="27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9525" indent="0" algn="l">
              <a:buNone/>
              <a:defRPr sz="1800" b="0" i="0" cap="none" baseline="0">
                <a:solidFill>
                  <a:schemeClr val="accent2">
                    <a:lumMod val="60000"/>
                    <a:lumOff val="40000"/>
                  </a:schemeClr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Click to Add </a:t>
            </a:r>
            <a:r>
              <a:rPr lang="en-GB" dirty="0" err="1"/>
              <a:t>Subheader</a:t>
            </a:r>
            <a:r>
              <a:rPr lang="en-GB" dirty="0"/>
              <a:t> in Barlow </a:t>
            </a:r>
            <a:r>
              <a:rPr lang="en-GB" dirty="0" err="1"/>
              <a:t>SemiBold</a:t>
            </a:r>
            <a:r>
              <a:rPr lang="en-GB" dirty="0"/>
              <a:t> 18 pt., Max One Line, Title Case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935695-BFE1-8BD6-08ED-49D19A252EC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17600" y="1922400"/>
            <a:ext cx="11358000" cy="45252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BC3E0B30-4B1F-2597-A54A-ACEF55669A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9" name="Legal Statement">
            <a:extLst>
              <a:ext uri="{FF2B5EF4-FFF2-40B4-BE49-F238E27FC236}">
                <a16:creationId xmlns:a16="http://schemas.microsoft.com/office/drawing/2014/main" id="{F2D7AFB9-BB35-6BAD-4F95-1B4AAFD93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0B882CF-0122-EBC9-F9BA-92246F1A6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351E19C9-C3B9-95F2-8631-F77DC38B4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solidFill>
                  <a:schemeClr val="bg1"/>
                </a:solidFill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382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5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7D0926-3432-9767-B62F-356355C72801}"/>
              </a:ext>
            </a:extLst>
          </p:cNvPr>
          <p:cNvSpPr/>
          <p:nvPr userDrawn="1"/>
        </p:nvSpPr>
        <p:spPr>
          <a:xfrm>
            <a:off x="0" y="2695074"/>
            <a:ext cx="12192000" cy="4162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defTabSz="457200">
              <a:spcBef>
                <a:spcPts val="600"/>
              </a:spcBef>
              <a:spcAft>
                <a:spcPts val="800"/>
              </a:spcAft>
              <a:buClr>
                <a:schemeClr val="accent1"/>
              </a:buClr>
              <a:buSzPct val="70000"/>
            </a:pPr>
            <a:endParaRPr lang="en-US" dirty="0">
              <a:solidFill>
                <a:srgbClr val="000000"/>
              </a:solidFill>
              <a:latin typeface="Barlow" pitchFamily="2" charset="77"/>
              <a:cs typeface="Arial" panose="020B0604020202020204" pitchFamily="34" charset="0"/>
            </a:endParaRPr>
          </a:p>
        </p:txBody>
      </p:sp>
      <p:sp>
        <p:nvSpPr>
          <p:cNvPr id="3" name="Legal Statement">
            <a:extLst>
              <a:ext uri="{FF2B5EF4-FFF2-40B4-BE49-F238E27FC236}">
                <a16:creationId xmlns:a16="http://schemas.microsoft.com/office/drawing/2014/main" id="{1B066EA6-D718-7545-E381-864DF12587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0EC10E-15B9-88B4-1BEB-1CF6CD00D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28760039-3EE1-0111-00FA-AC5941EF52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7600" y="640080"/>
            <a:ext cx="10080000" cy="450000"/>
          </a:xfrm>
        </p:spPr>
        <p:txBody>
          <a:bodyPr tIns="36576" anchor="t" anchorCtr="0"/>
          <a:lstStyle>
            <a:lvl1pPr algn="l">
              <a:defRPr sz="3200" b="0" i="0" spc="0" baseline="0">
                <a:latin typeface="Barlow Medium" pitchFamily="2" charset="77"/>
              </a:defRPr>
            </a:lvl1pPr>
          </a:lstStyle>
          <a:p>
            <a:r>
              <a:rPr lang="en-GB" dirty="0"/>
              <a:t>Click to Add Title in Barlow Medium 32 pt. Title Case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69951A4-1AD3-A43C-C0FA-206FB4E657C2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5638800" y="125170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289852-70F1-F42E-1E63-613E2DAE0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67000" y="2207967"/>
            <a:ext cx="6829596" cy="183127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A9F86B4-824B-44DC-9606-E1B953C49E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66998" y="2418038"/>
            <a:ext cx="6829597" cy="152606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Enter Title Across One Line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4D648701-E0D4-F459-51EF-4B4F2B1A3F9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8426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32D2988E-A812-22FF-DA6D-89824D75577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760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210F5B35-E695-3D97-91E9-74525E0879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7608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B5505A30-F7BF-2A80-CF4F-DC82B7757FD7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3356272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9DE388AD-8068-7B82-4845-988319834FD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79616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10CE3BC8-180C-52E1-AF8E-E932446296C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79616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A66B708-BC6D-11ED-866E-BA899BDFCD5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905539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C070D149-5511-661D-2248-E549DF46A8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28883" y="3812396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1353DFC-A442-ADF3-481B-ACFF248E86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28883" y="4022467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2" name="Picture Placeholder 6">
            <a:extLst>
              <a:ext uri="{FF2B5EF4-FFF2-40B4-BE49-F238E27FC236}">
                <a16:creationId xmlns:a16="http://schemas.microsoft.com/office/drawing/2014/main" id="{86826487-F2C1-3F44-5BA4-13A46BCA2A25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10181844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F965BEF7-6D32-9FC9-AF58-1738AF114AC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5188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0004F470-48DD-29AB-C8B8-E868160D06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505188" y="4020560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C3204260-FF56-EA5A-C294-0D1D22FE0BE8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5632577" y="2854230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D6D5EEAF-B0CF-D1C5-1B9C-5419FFA36C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955921" y="3810489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E7C1D65D-CDD0-1C2C-8A8C-72BFA3D224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55921" y="4020560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5" name="Picture Placeholder 6">
            <a:extLst>
              <a:ext uri="{FF2B5EF4-FFF2-40B4-BE49-F238E27FC236}">
                <a16:creationId xmlns:a16="http://schemas.microsoft.com/office/drawing/2014/main" id="{CC6CA299-A523-2251-23EF-771F55BE128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108426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5DFA18AA-F368-3565-0ACB-0D9625D2E40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0760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57" name="Text Placeholder 8">
            <a:extLst>
              <a:ext uri="{FF2B5EF4-FFF2-40B4-BE49-F238E27FC236}">
                <a16:creationId xmlns:a16="http://schemas.microsoft.com/office/drawing/2014/main" id="{00169ABB-4341-687D-4DEC-A6A58BFA9FA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07608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44F8E345-E274-A4FB-2B88-EDACE4AE4C33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356272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64F95D23-0C57-7BBB-D5B0-320615BA8F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79616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DCBC274C-0F2C-5F9C-9F0C-7A7332395B8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79616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1" name="Picture Placeholder 6">
            <a:extLst>
              <a:ext uri="{FF2B5EF4-FFF2-40B4-BE49-F238E27FC236}">
                <a16:creationId xmlns:a16="http://schemas.microsoft.com/office/drawing/2014/main" id="{54CE9587-6C54-D011-6607-2A2E2ACEA84C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7905539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C493F11E-B5FE-CBA1-7BAD-1A32E7FD567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228883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A31A7415-C8AE-8014-1304-CEA99500563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228883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4" name="Picture Placeholder 6">
            <a:extLst>
              <a:ext uri="{FF2B5EF4-FFF2-40B4-BE49-F238E27FC236}">
                <a16:creationId xmlns:a16="http://schemas.microsoft.com/office/drawing/2014/main" id="{45BC5C9C-55D1-0F5E-8670-CBF4AB9FB9A6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10181844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BA302EF8-54CE-ECD1-533B-D6DF9FFC0CD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05188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6" name="Text Placeholder 8">
            <a:extLst>
              <a:ext uri="{FF2B5EF4-FFF2-40B4-BE49-F238E27FC236}">
                <a16:creationId xmlns:a16="http://schemas.microsoft.com/office/drawing/2014/main" id="{920988B0-5809-C2B5-EDED-86CDFE30986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505188" y="5804968"/>
            <a:ext cx="2267712" cy="153888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261BF2E2-641A-7C31-E2C0-6D6BFD64C7BB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5632577" y="4638638"/>
            <a:ext cx="914400" cy="914400"/>
          </a:xfrm>
          <a:prstGeom prst="ellipse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800"/>
            </a:lvl1pPr>
          </a:lstStyle>
          <a:p>
            <a:r>
              <a:rPr lang="en-US" dirty="0"/>
              <a:t>Click and Choose Profile Picture</a:t>
            </a:r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4DAFA5E3-A4EC-D1CC-ACB3-95E586998D2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55921" y="5594897"/>
            <a:ext cx="2267712" cy="183127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200" b="0" i="0">
                <a:solidFill>
                  <a:schemeClr val="tx2">
                    <a:lumMod val="75000"/>
                  </a:schemeClr>
                </a:solidFill>
                <a:latin typeface="Barlow Medium" pitchFamily="2" charset="77"/>
              </a:defRPr>
            </a:lvl1pPr>
          </a:lstStyle>
          <a:p>
            <a:pPr lvl="0"/>
            <a:r>
              <a:rPr lang="en-US" dirty="0"/>
              <a:t>Enter Full Name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633DB6F-8049-E1EE-96AE-723ED3029A8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55921" y="5804968"/>
            <a:ext cx="2267712" cy="152606"/>
          </a:xfrm>
        </p:spPr>
        <p:txBody>
          <a:bodyPr wrap="square" lIns="91440" rIns="91440">
            <a:sp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lang="en-US" sz="1000" b="0" i="0" kern="1200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Enter Title (1-3 Lines)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3DDFAF-CEA6-D995-9D97-9CDECF6FEAC3}"/>
              </a:ext>
            </a:extLst>
          </p:cNvPr>
          <p:cNvSpPr txBox="1"/>
          <p:nvPr userDrawn="1"/>
        </p:nvSpPr>
        <p:spPr>
          <a:xfrm>
            <a:off x="4240443" y="127736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6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Two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1050B6-525B-3A7B-AC73-4A4A2AD3668A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289675" y="990000"/>
            <a:ext cx="5498289" cy="54567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2pPr>
            <a:lvl3pPr marL="866775" indent="-222250">
              <a:spcAft>
                <a:spcPts val="600"/>
              </a:spcAft>
              <a:tabLst/>
              <a:defRPr>
                <a:solidFill>
                  <a:schemeClr val="tx1"/>
                </a:solidFill>
              </a:defRPr>
            </a:lvl3pPr>
            <a:lvl4pPr>
              <a:spcAft>
                <a:spcPts val="600"/>
              </a:spcAft>
              <a:defRPr>
                <a:solidFill>
                  <a:schemeClr val="tx1"/>
                </a:solidFill>
              </a:defRPr>
            </a:lvl4pPr>
            <a:lvl5pPr marL="1371600" indent="-228600">
              <a:buSzPct val="90000"/>
              <a:buFont typeface="Arial" panose="020B0604020202020204" pitchFamily="34" charset="0"/>
              <a:buChar char="•"/>
              <a:defRPr sz="1200"/>
            </a:lvl5pPr>
            <a:lvl6pPr marL="1371600" indent="-228600">
              <a:buSzPct val="90000"/>
              <a:buFont typeface="Arial" panose="020B0604020202020204" pitchFamily="34" charset="0"/>
              <a:buChar char="•"/>
              <a:defRPr sz="1200"/>
            </a:lvl6pPr>
            <a:lvl7pPr marL="1371600" indent="-228600">
              <a:buSzPct val="90000"/>
              <a:buFont typeface="Arial" panose="020B0604020202020204" pitchFamily="34" charset="0"/>
              <a:buChar char="•"/>
              <a:defRPr sz="1200"/>
            </a:lvl7pPr>
            <a:lvl8pPr marL="1371600" indent="-228600">
              <a:buSzPct val="90000"/>
              <a:buFont typeface="Arial" panose="020B0604020202020204" pitchFamily="34" charset="0"/>
              <a:buChar char="•"/>
              <a:defRPr sz="1200"/>
            </a:lvl8pPr>
            <a:lvl9pPr marL="1371600" indent="-23040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2449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Two Column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1A14D5-995E-5049-13B6-FC45A2D4487E}"/>
              </a:ext>
            </a:extLst>
          </p:cNvPr>
          <p:cNvSpPr/>
          <p:nvPr userDrawn="1"/>
        </p:nvSpPr>
        <p:spPr>
          <a:xfrm>
            <a:off x="0" y="172"/>
            <a:ext cx="5902325" cy="6857828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B2220010-7E9D-4CC5-9800-C952B9D6E58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7600" y="990000"/>
            <a:ext cx="5144303" cy="5468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 baseline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</a:t>
            </a:r>
            <a:br>
              <a:rPr lang="en-GB" dirty="0"/>
            </a:br>
            <a:r>
              <a:rPr lang="en-GB" dirty="0"/>
              <a:t>Two Columns, Barlow SemiBold,</a:t>
            </a:r>
            <a:br>
              <a:rPr lang="en-GB" dirty="0"/>
            </a:br>
            <a:r>
              <a:rPr lang="en-GB" dirty="0"/>
              <a:t>50 pt., Click to Edit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AC019C-E00B-1BBC-26AB-EE9B29FD79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277310" y="990001"/>
            <a:ext cx="5498289" cy="54684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Clr>
                <a:schemeClr val="bg1"/>
              </a:buClr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-22860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2pPr>
            <a:lvl3pPr marL="866775" indent="-222250">
              <a:spcAft>
                <a:spcPts val="600"/>
              </a:spcAft>
              <a:buClr>
                <a:schemeClr val="bg1"/>
              </a:buClr>
              <a:tabLst/>
              <a:defRPr>
                <a:solidFill>
                  <a:schemeClr val="bg1"/>
                </a:solidFill>
              </a:defRPr>
            </a:lvl3pPr>
            <a:lvl4pPr>
              <a:spcAft>
                <a:spcPts val="6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5pPr>
            <a:lvl6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6pPr>
            <a:lvl7pPr marL="1371600" indent="-2286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7pPr>
            <a:lvl8pPr marL="1371600" indent="-230400"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8pPr>
            <a:lvl9pPr marL="1371600" indent="-230400">
              <a:spcAft>
                <a:spcPts val="6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16">
            <a:extLst>
              <a:ext uri="{FF2B5EF4-FFF2-40B4-BE49-F238E27FC236}">
                <a16:creationId xmlns:a16="http://schemas.microsoft.com/office/drawing/2014/main" id="{A3767269-D440-03F9-BB78-6AB3B10BD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4" name="Legal Statement">
            <a:extLst>
              <a:ext uri="{FF2B5EF4-FFF2-40B4-BE49-F238E27FC236}">
                <a16:creationId xmlns:a16="http://schemas.microsoft.com/office/drawing/2014/main" id="{59339391-6349-B106-157A-8926C56031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8BB947-F929-CC27-FA51-5F8491631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38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- Primary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>
            <a:extLst>
              <a:ext uri="{FF2B5EF4-FFF2-40B4-BE49-F238E27FC236}">
                <a16:creationId xmlns:a16="http://schemas.microsoft.com/office/drawing/2014/main" id="{F60630CF-4BC1-4126-BAD0-74F5C380BC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9735"/>
          <a:stretch/>
        </p:blipFill>
        <p:spPr>
          <a:xfrm>
            <a:off x="10915650" y="392640"/>
            <a:ext cx="910800" cy="258235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405AAAEB-2168-EDFA-AE8A-1EB7C4DA252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101" y="985720"/>
            <a:ext cx="11353799" cy="5468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90000"/>
              </a:lnSpc>
              <a:buFontTx/>
              <a:buNone/>
              <a:tabLst>
                <a:tab pos="3508375" algn="l"/>
              </a:tabLst>
              <a:defRPr sz="5000" b="1" i="0">
                <a:solidFill>
                  <a:schemeClr val="bg1"/>
                </a:solidFill>
                <a:latin typeface="Barlow SemiBold" pitchFamily="2" charset="77"/>
              </a:defRPr>
            </a:lvl1pPr>
          </a:lstStyle>
          <a:p>
            <a:pPr lvl="0"/>
            <a:r>
              <a:rPr lang="en-GB" dirty="0"/>
              <a:t>Big Statement/Quote, One Column,</a:t>
            </a:r>
            <a:br>
              <a:rPr lang="en-GB" dirty="0"/>
            </a:br>
            <a:r>
              <a:rPr lang="en-GB" dirty="0"/>
              <a:t>Barlow SemiBold, 50 pt., Click to Edit</a:t>
            </a:r>
            <a:endParaRPr lang="en-US" dirty="0"/>
          </a:p>
        </p:txBody>
      </p:sp>
      <p:sp>
        <p:nvSpPr>
          <p:cNvPr id="4" name="Legal Statement">
            <a:extLst>
              <a:ext uri="{FF2B5EF4-FFF2-40B4-BE49-F238E27FC236}">
                <a16:creationId xmlns:a16="http://schemas.microsoft.com/office/drawing/2014/main" id="{711B7826-C8B8-BDAD-0A12-46CAFB749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bg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E77862-06B8-49B9-8840-9C5CBFE1F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04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>
            <a:extLst>
              <a:ext uri="{FF2B5EF4-FFF2-40B4-BE49-F238E27FC236}">
                <a16:creationId xmlns:a16="http://schemas.microsoft.com/office/drawing/2014/main" id="{44B91048-928D-46CA-F288-0674C5E34E11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12192000" cy="6853238"/>
          </a:xfrm>
          <a:prstGeom prst="rect">
            <a:avLst/>
          </a:prstGeom>
          <a:solidFill>
            <a:schemeClr val="accent1"/>
          </a:solidFill>
        </p:spPr>
        <p:txBody>
          <a:bodyPr anchor="ctr">
            <a:normAutofit/>
          </a:bodyPr>
          <a:lstStyle>
            <a:lvl1pPr marL="9525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the Icon to Add a Video</a:t>
            </a:r>
          </a:p>
        </p:txBody>
      </p:sp>
    </p:spTree>
    <p:extLst>
      <p:ext uri="{BB962C8B-B14F-4D97-AF65-F5344CB8AC3E}">
        <p14:creationId xmlns:p14="http://schemas.microsoft.com/office/powerpoint/2010/main" val="3872207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Card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5">
            <a:extLst>
              <a:ext uri="{FF2B5EF4-FFF2-40B4-BE49-F238E27FC236}">
                <a16:creationId xmlns:a16="http://schemas.microsoft.com/office/drawing/2014/main" id="{CBD4353F-D62D-2F4C-3041-F34431E54F85}"/>
              </a:ext>
            </a:extLst>
          </p:cNvPr>
          <p:cNvSpPr txBox="1"/>
          <p:nvPr userDrawn="1"/>
        </p:nvSpPr>
        <p:spPr>
          <a:xfrm>
            <a:off x="0" y="2410889"/>
            <a:ext cx="12192000" cy="69249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 algn="ctr" defTabSz="457200">
              <a:lnSpc>
                <a:spcPct val="90000"/>
              </a:lnSpc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sz="5000" b="0" i="0" spc="-100" baseline="0" dirty="0">
                <a:solidFill>
                  <a:schemeClr val="bg1"/>
                </a:solidFill>
                <a:latin typeface="Barlow Medium" pitchFamily="2" charset="77"/>
              </a:rPr>
              <a:t>AHEAD OF WHAT’S POSSIBLE</a:t>
            </a:r>
            <a:endParaRPr lang="en-US" sz="5000" b="0" i="0" spc="-100" baseline="25000" dirty="0">
              <a:solidFill>
                <a:schemeClr val="bg1"/>
              </a:solidFill>
              <a:latin typeface="Barlow Medium" pitchFamily="2" charset="77"/>
            </a:endParaRPr>
          </a:p>
        </p:txBody>
      </p:sp>
      <p:sp>
        <p:nvSpPr>
          <p:cNvPr id="11" name="TextBox 10">
            <a:hlinkClick r:id="rId4"/>
            <a:extLst>
              <a:ext uri="{FF2B5EF4-FFF2-40B4-BE49-F238E27FC236}">
                <a16:creationId xmlns:a16="http://schemas.microsoft.com/office/drawing/2014/main" id="{77A01333-E4A7-1F2C-0116-91DF7AC37E43}"/>
              </a:ext>
            </a:extLst>
          </p:cNvPr>
          <p:cNvSpPr txBox="1"/>
          <p:nvPr userDrawn="1"/>
        </p:nvSpPr>
        <p:spPr>
          <a:xfrm>
            <a:off x="5466000" y="3488780"/>
            <a:ext cx="1260000" cy="2794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E4056"/>
              </a:buClr>
              <a:buSzPct val="75000"/>
              <a:buFont typeface="Barlow"/>
              <a:buNone/>
              <a:tabLst/>
              <a:defRPr/>
            </a:pPr>
            <a:r>
              <a:rPr lang="en-IE" sz="1800" b="0" i="0" u="none" spc="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analog</a:t>
            </a:r>
            <a:r>
              <a:rPr lang="en-IE" sz="1800" b="0" i="0" u="none" spc="100" baseline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Barlow Medium" pitchFamily="2" charset="77"/>
              </a:rPr>
              <a:t>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B9611C-2544-31F0-337A-5ACA47B9BFEE}"/>
              </a:ext>
            </a:extLst>
          </p:cNvPr>
          <p:cNvSpPr txBox="1"/>
          <p:nvPr userDrawn="1"/>
        </p:nvSpPr>
        <p:spPr>
          <a:xfrm>
            <a:off x="0" y="6559905"/>
            <a:ext cx="12193200" cy="18466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lang="en-IE" sz="600" b="0" i="0" dirty="0">
                <a:solidFill>
                  <a:schemeClr val="bg1"/>
                </a:solidFill>
                <a:latin typeface="Barlow" pitchFamily="2" charset="77"/>
              </a:rPr>
              <a:t>©2026 Analog Devices, Inc. All Rights Reserved. </a:t>
            </a:r>
          </a:p>
        </p:txBody>
      </p:sp>
      <p:pic>
        <p:nvPicPr>
          <p:cNvPr id="2" name="Graphic 1">
            <a:hlinkClick r:id="rId4"/>
            <a:extLst>
              <a:ext uri="{FF2B5EF4-FFF2-40B4-BE49-F238E27FC236}">
                <a16:creationId xmlns:a16="http://schemas.microsoft.com/office/drawing/2014/main" id="{541BB206-E2EC-4ECC-7367-C7B15913829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0341" y="4864462"/>
            <a:ext cx="1852246" cy="52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535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image" Target="../media/image1.png"/><Relationship Id="rId2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1171D4C-9683-BD15-3D7B-0F5C911FF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00" y="1353312"/>
            <a:ext cx="11358000" cy="5094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itle 5"/>
          <p:cNvSpPr>
            <a:spLocks noGrp="1"/>
          </p:cNvSpPr>
          <p:nvPr>
            <p:ph type="title"/>
          </p:nvPr>
        </p:nvSpPr>
        <p:spPr>
          <a:xfrm>
            <a:off x="417600" y="640080"/>
            <a:ext cx="10080000" cy="450000"/>
          </a:xfrm>
          <a:prstGeom prst="rect">
            <a:avLst/>
          </a:prstGeom>
          <a:noFill/>
        </p:spPr>
        <p:txBody>
          <a:bodyPr vert="horz" wrap="square" lIns="0" tIns="36576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Analog Logo">
            <a:extLst>
              <a:ext uri="{FF2B5EF4-FFF2-40B4-BE49-F238E27FC236}">
                <a16:creationId xmlns:a16="http://schemas.microsoft.com/office/drawing/2014/main" id="{C045C3B2-FF7D-A8D6-DE50-897DAAED8ED3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0911547" y="392097"/>
            <a:ext cx="869518" cy="2468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Legal Statement">
            <a:extLst>
              <a:ext uri="{FF2B5EF4-FFF2-40B4-BE49-F238E27FC236}">
                <a16:creationId xmlns:a16="http://schemas.microsoft.com/office/drawing/2014/main" id="{588B6EED-4863-B18E-517F-943471A95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C7B0831-6F35-A7A6-9972-3A008CCC5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805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4" r:id="rId2"/>
    <p:sldLayoutId id="2147483678" r:id="rId3"/>
    <p:sldLayoutId id="2147483753" r:id="rId4"/>
    <p:sldLayoutId id="2147483768" r:id="rId5"/>
    <p:sldLayoutId id="2147483752" r:id="rId6"/>
    <p:sldLayoutId id="2147483709" r:id="rId7"/>
    <p:sldLayoutId id="2147483739" r:id="rId8"/>
    <p:sldLayoutId id="2147483743" r:id="rId9"/>
    <p:sldLayoutId id="2147483681" r:id="rId10"/>
    <p:sldLayoutId id="2147483722" r:id="rId11"/>
    <p:sldLayoutId id="2147483716" r:id="rId12"/>
    <p:sldLayoutId id="2147483762" r:id="rId13"/>
    <p:sldLayoutId id="2147483763" r:id="rId14"/>
    <p:sldLayoutId id="2147483769" r:id="rId15"/>
    <p:sldLayoutId id="2147483770" r:id="rId16"/>
    <p:sldLayoutId id="2147483777" r:id="rId17"/>
    <p:sldLayoutId id="2147483772" r:id="rId18"/>
    <p:sldLayoutId id="2147483761" r:id="rId19"/>
    <p:sldLayoutId id="2147483758" r:id="rId20"/>
    <p:sldLayoutId id="2147483744" r:id="rId21"/>
    <p:sldLayoutId id="2147483759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0" indent="0" algn="l" defTabSz="457200" rtl="0" eaLnBrk="1" latinLnBrk="0" hangingPunct="1">
        <a:lnSpc>
          <a:spcPct val="85000"/>
        </a:lnSpc>
        <a:spcBef>
          <a:spcPct val="0"/>
        </a:spcBef>
        <a:buNone/>
        <a:defRPr sz="3200" b="0" i="0" kern="1200" spc="0" baseline="0">
          <a:solidFill>
            <a:schemeClr val="tx2"/>
          </a:solidFill>
          <a:latin typeface="Barlow Medium" pitchFamily="2" charset="77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Tx/>
        <a:buNone/>
        <a:tabLst/>
        <a:defRPr lang="en-US" sz="18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1pPr>
      <a:lvl2pPr marL="4572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2pPr>
      <a:lvl3pPr marL="867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600" b="0" i="0" kern="120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3pPr>
      <a:lvl4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chemeClr val="tx1"/>
        </a:buClr>
        <a:buSzPct val="90000"/>
        <a:buFont typeface="Arial" panose="020B0604020202020204" pitchFamily="34" charset="0"/>
        <a:buChar char="•"/>
        <a:tabLst/>
        <a:defRPr lang="en-US" sz="1200" b="0" i="0" kern="120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4pPr>
      <a:lvl5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lang="en-US" sz="1400" b="0" i="0" kern="1200" cap="none" spc="0" baseline="0" dirty="0">
          <a:solidFill>
            <a:schemeClr val="tx1"/>
          </a:solidFill>
          <a:latin typeface="Barlow" pitchFamily="2" charset="77"/>
          <a:ea typeface="+mn-ea"/>
          <a:cs typeface="Arial" panose="020B0604020202020204" pitchFamily="34" charset="0"/>
        </a:defRPr>
      </a:lvl5pPr>
      <a:lvl6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 cap="none" spc="0" baseline="0">
          <a:solidFill>
            <a:schemeClr val="tx1"/>
          </a:solidFill>
          <a:latin typeface="Barlow" pitchFamily="2" charset="77"/>
          <a:ea typeface="+mn-ea"/>
          <a:cs typeface="+mn-cs"/>
        </a:defRPr>
      </a:lvl6pPr>
      <a:lvl7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7pPr>
      <a:lvl8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b="0" i="0" kern="1200">
          <a:solidFill>
            <a:schemeClr val="tx1"/>
          </a:solidFill>
          <a:latin typeface="Barlow" pitchFamily="2" charset="77"/>
          <a:ea typeface="+mn-ea"/>
          <a:cs typeface="+mn-cs"/>
        </a:defRPr>
      </a:lvl8pPr>
      <a:lvl9pPr marL="1371600" indent="-228600" algn="l" defTabSz="457200" rtl="0" eaLnBrk="1" latinLnBrk="0" hangingPunct="1">
        <a:lnSpc>
          <a:spcPct val="110000"/>
        </a:lnSpc>
        <a:spcBef>
          <a:spcPts val="0"/>
        </a:spcBef>
        <a:spcAft>
          <a:spcPts val="800"/>
        </a:spcAft>
        <a:buClr>
          <a:schemeClr val="accent1"/>
        </a:buClr>
        <a:buSzPct val="70000"/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5116" userDrawn="1">
          <p15:clr>
            <a:srgbClr val="F26B43"/>
          </p15:clr>
        </p15:guide>
        <p15:guide id="8" pos="6266" userDrawn="1">
          <p15:clr>
            <a:srgbClr val="F26B43"/>
          </p15:clr>
        </p15:guide>
        <p15:guide id="9" pos="7416" userDrawn="1">
          <p15:clr>
            <a:srgbClr val="F26B43"/>
          </p15:clr>
        </p15:guide>
        <p15:guide id="10" orient="horz" userDrawn="1">
          <p15:clr>
            <a:srgbClr val="F26B43"/>
          </p15:clr>
        </p15:guide>
        <p15:guide id="11" orient="horz" pos="4320" userDrawn="1">
          <p15:clr>
            <a:srgbClr val="F26B43"/>
          </p15:clr>
        </p15:guide>
        <p15:guide id="12" orient="horz" pos="624" userDrawn="1">
          <p15:clr>
            <a:srgbClr val="F26B43"/>
          </p15:clr>
        </p15:guide>
        <p15:guide id="20" orient="horz" pos="3920" userDrawn="1">
          <p15:clr>
            <a:srgbClr val="F26B43"/>
          </p15:clr>
        </p15:guide>
        <p15:guide id="22" pos="3962" userDrawn="1">
          <p15:clr>
            <a:srgbClr val="F26B43"/>
          </p15:clr>
        </p15:guide>
        <p15:guide id="23" pos="2570" userDrawn="1">
          <p15:clr>
            <a:srgbClr val="F26B43"/>
          </p15:clr>
        </p15:guide>
        <p15:guide id="24" pos="371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defRPr b="0"/>
            </a:pPr>
            <a:r>
              <a:t>The ChipAgents agent in a browser UI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defRPr b="0"/>
            </a:pPr>
            <a:r>
              <a:t>ChipAgents v0.44.3 · WSL2 on Windows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0"/>
            </a:pPr>
            <a:r>
              <a:t>Why I Use ChipAgents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Intro: what is ChipAgents?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11201400" cy="86868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chemeClr val="accent1"/>
                </a:solidFill>
              </a:defRPr>
            </a:pPr>
            <a:r>
              <a:t>“A fully autonomous terminal-based agent for hardware design, verification, and debugging tasks.”</a:t>
            </a:r>
          </a:p>
        </p:txBody>
      </p:sp>
      <p:sp>
        <p:nvSpPr>
          <p:cNvPr id="4" name="Oval 3"/>
          <p:cNvSpPr/>
          <p:nvPr/>
        </p:nvSpPr>
        <p:spPr>
          <a:xfrm>
            <a:off x="2098548" y="260604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017520"/>
            <a:ext cx="3566160" cy="1417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Reads specs and code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Searches the repository and manages its own context</a:t>
            </a:r>
          </a:p>
        </p:txBody>
      </p:sp>
      <p:sp>
        <p:nvSpPr>
          <p:cNvPr id="6" name="Oval 5"/>
          <p:cNvSpPr/>
          <p:nvPr/>
        </p:nvSpPr>
        <p:spPr>
          <a:xfrm>
            <a:off x="5916168" y="260604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540" y="3017520"/>
            <a:ext cx="3566160" cy="14173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Executes tasks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Works from natural-language instructions with minimal supervision</a:t>
            </a:r>
          </a:p>
        </p:txBody>
      </p:sp>
      <p:sp>
        <p:nvSpPr>
          <p:cNvPr id="8" name="Oval 7"/>
          <p:cNvSpPr/>
          <p:nvPr/>
        </p:nvSpPr>
        <p:spPr>
          <a:xfrm>
            <a:off x="9733788" y="260604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017520"/>
            <a:ext cx="3566160" cy="14173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Customizable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Rules, coding style, internal build tools and libraries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5486400" cy="109728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Runs on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RHEL · Ubuntu · SUSE · WSL · macOS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09160"/>
            <a:ext cx="5486400" cy="109728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Two front ends, one agent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chipagents (terminal)   ·   chipagents web (browser)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ChipAgents docs v0.44.3 — getting-started/overview.md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Intro: what is ChipAgents Web?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606060"/>
                </a:solidFill>
              </a:defRPr>
            </a:pPr>
            <a:r>
              <a:t>The same agent as the terminal CLI, presented in a browser-based UI. Launched from the terminal, served as a local web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3108960" cy="137160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Terminal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$ chipagents web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03320" y="2514600"/>
            <a:ext cx="548640" cy="36576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13716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Local web server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127.0.0.1 : 4242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tries next ports if busy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18120" y="2514600"/>
            <a:ext cx="548640" cy="36576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58200" y="2011680"/>
            <a:ext cx="3246120" cy="13716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Browser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/hub?token=…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signs this browser in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52160" y="3474720"/>
            <a:ext cx="365760" cy="411480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11201400" cy="914400"/>
          </a:xfrm>
          <a:prstGeom prst="roundRect">
            <a:avLst/>
          </a:prstGeom>
          <a:solidFill>
            <a:schemeClr val="dk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Same agent · tools · configuration · login as chipagents  →  behavior at parity with the terminal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20640"/>
            <a:ext cx="3566160" cy="7315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chemeClr val="dk1"/>
                </a:solidFill>
              </a:defRPr>
            </a:pPr>
            <a:r>
              <a:t>Context = launch folder and its children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540" y="5120640"/>
            <a:ext cx="3566160" cy="7315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chemeClr val="dk1"/>
                </a:solidFill>
              </a:defRPr>
            </a:pPr>
            <a:r>
              <a:t>First run: browser OAuth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120640"/>
            <a:ext cx="3566160" cy="7315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chemeClr val="dk1"/>
                </a:solidFill>
              </a:defRPr>
            </a:pPr>
            <a:r>
              <a:t>Ctrl-C in the terminal stops the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ChipAgents docs v0.44.3 — usage/chipagents-web.md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Why the web version: what I need → what Web gives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627632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463040"/>
            <a:ext cx="4480560" cy="713232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Run several tasks at once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577840" y="1664208"/>
            <a:ext cx="457200" cy="31089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5577840" cy="7132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Multiple threads, grouped by workspace — keep one running while starting another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496312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4480560" cy="713232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Review the agent's edits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577840" y="2532888"/>
            <a:ext cx="457200" cy="31089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2331720"/>
            <a:ext cx="5577840" cy="7132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Side-pane file viewer showing the run's diff with +/− coloring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364992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200400"/>
            <a:ext cx="4480560" cy="713232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Read docs, plans and diagrams as intended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577840" y="3401568"/>
            <a:ext cx="457200" cy="31089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3200400"/>
            <a:ext cx="5577840" cy="7132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Rendered Markdown, Mermaid and D2 diagrams in chat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233671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069079"/>
            <a:ext cx="4480560" cy="713232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Not watch a terminal during long runs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577840" y="4270247"/>
            <a:ext cx="457200" cy="31089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4069079"/>
            <a:ext cx="5577840" cy="7132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Browser notifications for finished turns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5102352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937760"/>
            <a:ext cx="4480560" cy="713232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Agent in WSL, me in Windows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577840" y="5138928"/>
            <a:ext cx="457200" cy="310896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4937760"/>
            <a:ext cx="5577840" cy="713232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Browser UI on localhost; same agent, tools, config and 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chemeClr val="accent1"/>
                </a:solidFill>
              </a:defRPr>
            </a:pPr>
            <a:r>
              <a:t>Nothing is lost: slash commands, custom commands, subagents and thinking modes work in the same session.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0"/>
            </a:pPr>
            <a:r>
              <a:t>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Feature: multiple threads and workspaces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53895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dk2"/>
                </a:solidFill>
              </a:defRPr>
            </a:pPr>
            <a:r>
              <a:t>Sidebar (illustrative)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4160520"/>
          </a:xfrm>
          <a:prstGeom prst="roundRect">
            <a:avLst>
              <a:gd name="adj" fmla="val 4000"/>
            </a:avLst>
          </a:prstGeom>
          <a:solidFill>
            <a:schemeClr val="dk2">
              <a:lumMod val="15000"/>
              <a:lumOff val="85000"/>
            </a:schemeClr>
          </a:solidFill>
          <a:ln w="15875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38528"/>
            <a:ext cx="3072384" cy="420624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▸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50592"/>
            <a:ext cx="2816352" cy="384048"/>
          </a:xfrm>
          <a:prstGeom prst="roundRect">
            <a:avLst/>
          </a:prstGeom>
          <a:solidFill>
            <a:schemeClr val="accent1">
              <a:lumMod val="30000"/>
              <a:lumOff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Thread: web launcher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26080"/>
            <a:ext cx="2816352" cy="384048"/>
          </a:xfrm>
          <a:prstGeom prst="roundRect">
            <a:avLst/>
          </a:prstGeom>
          <a:solidFill>
            <a:schemeClr val="accent1">
              <a:lumMod val="30000"/>
              <a:lumOff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Thread: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401568"/>
            <a:ext cx="3072384" cy="420624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▸ migration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13632"/>
            <a:ext cx="2816352" cy="384048"/>
          </a:xfrm>
          <a:prstGeom prst="roundRect">
            <a:avLst/>
          </a:prstGeom>
          <a:solidFill>
            <a:schemeClr val="accent1">
              <a:lumMod val="30000"/>
              <a:lumOff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Thread: DC test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89120"/>
            <a:ext cx="3072384" cy="420624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▸ stdf-datatool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901184"/>
            <a:ext cx="2816352" cy="384048"/>
          </a:xfrm>
          <a:prstGeom prst="roundRect">
            <a:avLst/>
          </a:prstGeom>
          <a:solidFill>
            <a:schemeClr val="accent1">
              <a:lumMod val="30000"/>
              <a:lumOff val="7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0">
                <a:solidFill>
                  <a:schemeClr val="dk1"/>
                </a:solidFill>
              </a:defRPr>
            </a:pPr>
            <a:r>
              <a:t>Thread: parser update</a:t>
            </a:r>
          </a:p>
        </p:txBody>
      </p:sp>
      <p:sp>
        <p:nvSpPr>
          <p:cNvPr id="12" name="Oval 11"/>
          <p:cNvSpPr/>
          <p:nvPr/>
        </p:nvSpPr>
        <p:spPr>
          <a:xfrm>
            <a:off x="4206240" y="17830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08760"/>
            <a:ext cx="6995160" cy="9601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Parallel conversations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Run and switch between several threads; each keeps its own history.</a:t>
            </a:r>
          </a:p>
        </p:txBody>
      </p:sp>
      <p:sp>
        <p:nvSpPr>
          <p:cNvPr id="14" name="Oval 13"/>
          <p:cNvSpPr/>
          <p:nvPr/>
        </p:nvSpPr>
        <p:spPr>
          <a:xfrm>
            <a:off x="4206240" y="2898648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624328"/>
            <a:ext cx="6995160" cy="9601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Workspace = a folder on disk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Add workspace from the sidebar; threads work in that folder. Name workspaces and add source folders.</a:t>
            </a:r>
          </a:p>
        </p:txBody>
      </p:sp>
      <p:sp>
        <p:nvSpPr>
          <p:cNvPr id="16" name="Oval 15"/>
          <p:cNvSpPr/>
          <p:nvPr/>
        </p:nvSpPr>
        <p:spPr>
          <a:xfrm>
            <a:off x="4206240" y="4014215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739896"/>
            <a:ext cx="6995160" cy="9601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Stays in sync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Unread markers sync across ports and tabs; deleted threads stay deleted across browsers.</a:t>
            </a:r>
          </a:p>
        </p:txBody>
      </p:sp>
      <p:sp>
        <p:nvSpPr>
          <p:cNvPr id="18" name="Oval 17"/>
          <p:cNvSpPr/>
          <p:nvPr/>
        </p:nvSpPr>
        <p:spPr>
          <a:xfrm>
            <a:off x="4206240" y="512978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855464"/>
            <a:ext cx="6995160" cy="96012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Collaborative Projects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Default project per workspace (Edit workspace…); project picker per thread; current project highlighted in the header.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usage/chipagents-web.md; usage/projects.md; CHANGELOG (v0.44.3 docs)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Feature: file and diff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463040"/>
            <a:ext cx="4846320" cy="3063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Chat (illustrative)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&gt; widen the free-port range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</a:p>
          <a:p>
            <a:pPr algn="l">
              <a:defRPr sz="1200" b="0">
                <a:solidFill>
                  <a:srgbClr val="6AD36F"/>
                </a:solidFill>
                <a:latin typeface="Consolas"/>
              </a:defRPr>
            </a:pPr>
            <a:r>
              <a:t>⏺ Edit(ca-freeport.sh)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  ⎿ 1 file changed</a:t>
            </a:r>
          </a:p>
          <a:p>
            <a:pPr algn="l">
              <a:defRPr sz="1200" b="0">
                <a:solidFill>
                  <a:srgbClr val="6FB3F2"/>
                </a:solidFill>
                <a:latin typeface="Consolas"/>
              </a:defRPr>
            </a:pPr>
            <a:r>
              <a:t>    ca-freeport.sh  ← click to open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⏺ Done. Range is now 4242–4299.</a:t>
            </a:r>
          </a:p>
        </p:txBody>
      </p:sp>
      <p:sp>
        <p:nvSpPr>
          <p:cNvPr id="4" name="Right Arrow 3"/>
          <p:cNvSpPr/>
          <p:nvPr/>
        </p:nvSpPr>
        <p:spPr>
          <a:xfrm>
            <a:off x="5440680" y="2816352"/>
            <a:ext cx="457200" cy="36576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89320" y="1463040"/>
            <a:ext cx="5715000" cy="3063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Side pane — ca-freeport.sh · run diff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  START="${1:-4242}"</a:t>
            </a:r>
          </a:p>
          <a:p>
            <a:pPr algn="l">
              <a:defRPr sz="1200" b="0">
                <a:solidFill>
                  <a:srgbClr val="F26D6D"/>
                </a:solidFill>
                <a:latin typeface="Consolas"/>
              </a:defRPr>
            </a:pPr>
            <a:r>
              <a:t>- END="${2:-4250}"</a:t>
            </a:r>
          </a:p>
          <a:p>
            <a:pPr algn="l">
              <a:defRPr sz="1200" b="0">
                <a:solidFill>
                  <a:srgbClr val="6AD36F"/>
                </a:solidFill>
                <a:latin typeface="Consolas"/>
              </a:defRPr>
            </a:pPr>
            <a:r>
              <a:t>+ END="${2:-4299}"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  for ((p=START; p&lt;=END; p++));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754880"/>
            <a:ext cx="2697480" cy="1143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Any file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Open any file the agent read or 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4754880"/>
            <a:ext cx="2697480" cy="1143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Run diff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+/− coloring; review edits without leaving the 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754880"/>
            <a:ext cx="2697480" cy="11430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Tree / list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Diff viewer views; clickable file references in messages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4754880"/>
            <a:ext cx="2697480" cy="1143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Markdown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Rendered in the pane, toggle to editable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usage/chipagents-web.md; CHANGELOG (v0.44.3 docs). Chat/diff content is a mock-up.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Feature: rich rendering in the browser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3566160" cy="54864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Syntax highlighting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20540" y="1463040"/>
            <a:ext cx="3566160" cy="54864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Diagrams in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566160" cy="54864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566160" cy="2194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>
              <a:defRPr sz="1200" b="0">
                <a:solidFill>
                  <a:srgbClr val="6FB3F2"/>
                </a:solidFill>
                <a:latin typeface="Consolas"/>
              </a:defRPr>
            </a:pPr>
            <a:r>
              <a:t>def free_port(lo, hi):</a:t>
            </a:r>
          </a:p>
          <a:p>
            <a:pPr algn="l">
              <a:defRPr sz="1200" b="0">
                <a:solidFill>
                  <a:srgbClr val="C586C0"/>
                </a:solidFill>
                <a:latin typeface="Consolas"/>
              </a:defRPr>
            </a:pPr>
            <a:r>
              <a:t>    for p in range(lo, hi):</a:t>
            </a:r>
          </a:p>
          <a:p>
            <a:pPr algn="l">
              <a:defRPr sz="1200" b="0">
                <a:solidFill>
                  <a:srgbClr val="C586C0"/>
                </a:solidFill>
                <a:latin typeface="Consolas"/>
              </a:defRPr>
            </a:pPr>
            <a:r>
              <a:t>        if ok(p):</a:t>
            </a:r>
          </a:p>
          <a:p>
            <a:pPr algn="l">
              <a:defRPr sz="1200" b="0">
                <a:solidFill>
                  <a:srgbClr val="6AD36F"/>
                </a:solidFill>
                <a:latin typeface="Consolas"/>
              </a:defRPr>
            </a:pPr>
            <a:r>
              <a:t>            return p</a:t>
            </a:r>
          </a:p>
          <a:p>
            <a:pPr algn="l">
              <a:defRPr sz="1200" b="0">
                <a:solidFill>
                  <a:srgbClr val="D4D4D4"/>
                </a:solidFill>
                <a:latin typeface="Consolas"/>
              </a:defRPr>
            </a:pPr>
            <a:r>
              <a:t>    return None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148840"/>
            <a:ext cx="3566160" cy="2194560"/>
          </a:xfrm>
          <a:prstGeom prst="roundRect">
            <a:avLst/>
          </a:prstGeom>
          <a:solidFill>
            <a:schemeClr val="accent2">
              <a:lumMod val="15000"/>
              <a:lumOff val="85000"/>
            </a:schemeClr>
          </a:solidFill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462272" y="2926080"/>
            <a:ext cx="868680" cy="6400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Spec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58384" y="3118104"/>
            <a:ext cx="219456" cy="25603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0" y="2926080"/>
            <a:ext cx="868680" cy="6400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RTL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19672" y="3118104"/>
            <a:ext cx="219456" cy="256032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84848" y="2926080"/>
            <a:ext cx="868680" cy="6400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3931920"/>
            <a:ext cx="35661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606060"/>
                </a:solidFill>
              </a:defRPr>
            </a:pPr>
            <a:r>
              <a:t>rendered Mermaid / D2 (mock-up)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2148840"/>
            <a:ext cx="3566160" cy="2194560"/>
          </a:xfrm>
          <a:prstGeom prst="roundRect">
            <a:avLst/>
          </a:prstGeom>
          <a:solidFill>
            <a:schemeClr val="accent3">
              <a:lumMod val="15000"/>
              <a:lumOff val="85000"/>
            </a:schemeClr>
          </a:solidFill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chemeClr val="dk1"/>
                </a:solidFill>
              </a:defRPr>
            </a:pPr>
            <a:r>
              <a:t>▸ Context compacted</a:t>
            </a:r>
          </a:p>
          <a:p>
            <a:pPr algn="ctr">
              <a:defRPr sz="1200" b="0">
                <a:solidFill>
                  <a:schemeClr val="dk1"/>
                </a:solidFill>
              </a:defRPr>
            </a:pPr>
            <a:r>
              <a:t>click to expand the summary</a:t>
            </a:r>
          </a:p>
          <a:p>
            <a:pPr algn="ctr">
              <a:defRPr sz="1200" b="0">
                <a:solidFill>
                  <a:schemeClr val="dk1"/>
                </a:solidFill>
              </a:defRPr>
            </a:pPr>
          </a:p>
          <a:p>
            <a:pPr algn="ctr">
              <a:defRPr sz="1200" b="0">
                <a:solidFill>
                  <a:schemeClr val="dk1"/>
                </a:solidFill>
              </a:defRPr>
            </a:pPr>
            <a:r>
              <a:t>Select text → citation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35661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chemeClr val="dk1"/>
                </a:solidFill>
              </a:defRPr>
            </a:pPr>
            <a:r>
              <a:t>Tool programs and output are highlighted; scrollback in the 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540" y="4480560"/>
            <a:ext cx="35661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chemeClr val="dk1"/>
                </a:solidFill>
              </a:defRPr>
            </a:pPr>
            <a:r>
              <a:t>Mermaid and D2 render inline; linked diagrams refresh when the source changes; fullscreen and pinch-zoom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480560"/>
            <a:ext cx="3566160" cy="1371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200" b="0">
                <a:solidFill>
                  <a:schemeClr val="dk1"/>
                </a:solidFill>
              </a:defRPr>
            </a:pPr>
            <a:r>
              <a:t>Expand “Context compacted” to read the summary; select transcript text to create 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usage/chipagents-web.md; CHANGELOG (v0.44.3 docs). Visuals are mock-ups.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Feature: everyday productivity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508760"/>
            <a:ext cx="2697480" cy="2011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Terminal tab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Interactive shell in the thread's directory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7560" y="1508760"/>
            <a:ext cx="2697480" cy="2011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Per-thread tabs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Keep each thread's views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08760"/>
            <a:ext cx="2697480" cy="2011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Agents &amp; Tasks views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See subagents and tasks separately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6840" y="1508760"/>
            <a:ext cx="2697480" cy="2011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Keyboard shortcuts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Plus a new-thread button when the sidebar is collapsed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03320"/>
            <a:ext cx="2697480" cy="2011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Notifications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Browser notification when a turn finishes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3703320"/>
            <a:ext cx="2697480" cy="2011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Type or paste anywhere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Keystrokes go straight to the composer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703320"/>
            <a:ext cx="2697480" cy="2011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9 themes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Each with light and dark modes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3703320"/>
            <a:ext cx="2697480" cy="2011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Preferences persist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  <a:r>
              <a:t>Theme and layout survive restarts, even on another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usage/chipagents-web.md; CHANGELOG (v0.44.3 docs)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Feature: same engine and controls as the CLI, plus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5389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accent1"/>
                </a:solidFill>
              </a:defRPr>
            </a:pPr>
            <a:r>
              <a:t>Same engine as the CLI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486400" cy="4114800"/>
          </a:xfrm>
          <a:prstGeom prst="roundRect">
            <a:avLst>
              <a:gd name="adj" fmla="val 4000"/>
            </a:avLst>
          </a:prstGeom>
          <a:solidFill>
            <a:schemeClr val="accent1">
              <a:lumMod val="15000"/>
              <a:lumOff val="85000"/>
            </a:schemeClr>
          </a:solidFill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5120640" cy="868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Full CLI feature set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Slash commands, custom commands, subagents, thinking modes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16936"/>
            <a:ext cx="5120640" cy="868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/provider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Choose a model and save defaults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895344"/>
            <a:ext cx="5120640" cy="868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Auto review mode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Default for new web sessions; pending approvals shown in the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5120640" cy="8686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Same sandbox and hooks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Asks before reaching a domain outside the allow list; workflow hooks run as in the CLI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53895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chemeClr val="accent2"/>
                </a:solidFill>
              </a:defRPr>
            </a:pPr>
            <a:r>
              <a:t>Collaboration and modes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486400" cy="4114800"/>
          </a:xfrm>
          <a:prstGeom prst="roundRect">
            <a:avLst>
              <a:gd name="adj" fmla="val 4000"/>
            </a:avLst>
          </a:prstGeom>
          <a:solidFill>
            <a:schemeClr val="accent2">
              <a:lumMod val="15000"/>
              <a:lumOff val="85000"/>
            </a:schemeClr>
          </a:solidFill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938528"/>
            <a:ext cx="5120640" cy="868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Share button and dialogs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Share threads, including with user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16936"/>
            <a:ext cx="5120640" cy="868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/share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Copies the thread's dashboard link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95344"/>
            <a:ext cx="5120640" cy="868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Project picker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Assign a Collaborative Project per thread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73752"/>
            <a:ext cx="5120640" cy="8686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Mode selector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Switch between chipagents web and chipagents formal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usage/chipagents-web.md; usage/projects.md; configuration/sandboxing.md; CHANGELOG (v0.44.3 docs)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Security model: three gates before a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737360" cy="1188720"/>
          </a:xfrm>
          <a:prstGeom prst="round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Request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from a browser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04288" y="2240280"/>
            <a:ext cx="365760" cy="36576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219456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Loopback only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127.0.0.1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154680"/>
            <a:ext cx="219456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0">
                <a:solidFill>
                  <a:schemeClr val="dk1"/>
                </a:solidFill>
              </a:defRPr>
            </a:pPr>
            <a:r>
              <a:t>Not reachable from other machines; use SSH -L for remote hosts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10327" y="2240280"/>
            <a:ext cx="365760" cy="36576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49240" y="1828800"/>
            <a:ext cx="219456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Access token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/hub?token=…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3154680"/>
            <a:ext cx="219456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0">
                <a:solidFill>
                  <a:schemeClr val="dk1"/>
                </a:solidFill>
              </a:defRPr>
            </a:pPr>
            <a:r>
              <a:t>Valid for the life of the server; treat the link like a password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16367" y="2240280"/>
            <a:ext cx="365760" cy="36576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219456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Same Unix user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154680"/>
            <a:ext cx="219456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100" b="0">
                <a:solidFill>
                  <a:schemeClr val="dk1"/>
                </a:solidFill>
              </a:defRPr>
            </a:pPr>
            <a:r>
              <a:t>Connecting process must run as the same user; else 403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122408" y="2240280"/>
            <a:ext cx="365760" cy="365760"/>
          </a:xfrm>
          <a:prstGeom prst="rightArrow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61320" y="1828800"/>
            <a:ext cx="1143000" cy="11887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Session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granted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97680"/>
            <a:ext cx="11201400" cy="59436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chemeClr val="dk1"/>
                </a:solidFill>
              </a:defRPr>
            </a:pPr>
            <a:r>
              <a:t>Several people can run their own chipagents web on one host without reaching each other's sessions.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11201400" cy="685800"/>
          </a:xfrm>
          <a:prstGeom prst="roundRect">
            <a:avLst/>
          </a:prstGeom>
          <a:solidFill>
            <a:srgbClr val="B2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With CHIPAGENTS_DISABLE_UID_CHECK=true the token and loopback checks remain, but anyone who obtains the link can use the session — keep it private.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 i="1">
                <a:solidFill>
                  <a:srgbClr val="606060"/>
                </a:solidFill>
              </a:defRPr>
            </a:pPr>
            <a:r>
              <a:t>Source: usage/chipagents-web.md (v0.44.3 docs)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b="0"/>
            </a:pPr>
            <a:r>
              <a:t>How I run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My setup: one double-click from Windows</a:t>
            </a:r>
          </a:p>
        </p:txBody>
      </p:sp>
      <p:sp>
        <p:nvSpPr>
          <p:cNvPr id="3" name="Oval 2"/>
          <p:cNvSpPr/>
          <p:nvPr/>
        </p:nvSpPr>
        <p:spPr>
          <a:xfrm>
            <a:off x="1325880" y="141732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chipagents-web.bat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Windows double-click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05456" y="2286000"/>
            <a:ext cx="246888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1879" y="141732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828800"/>
            <a:ext cx="1965960" cy="1188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ca-freeport.sh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first free port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4242–4299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91456" y="2286000"/>
            <a:ext cx="246888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97880" y="141732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28800"/>
            <a:ext cx="196596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WSL bash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environment setup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77456" y="2286000"/>
            <a:ext cx="246888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83880" y="141732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828800"/>
            <a:ext cx="1965960" cy="11887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chipagents web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HUB_PORT=&lt;port&gt;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63456" y="2286000"/>
            <a:ext cx="246888" cy="274320"/>
          </a:xfrm>
          <a:prstGeom prst="rightArrow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69880" y="1417320"/>
            <a:ext cx="384048" cy="384048"/>
          </a:xfrm>
          <a:prstGeom prst="ellipse">
            <a:avLst/>
          </a:prstGeom>
          <a:solidFill>
            <a:schemeClr val="dk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1828800"/>
            <a:ext cx="1965960" cy="118872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Browser</a:t>
            </a:r>
          </a:p>
          <a:p>
            <a:pPr algn="ctr">
              <a:defRPr sz="1100" b="0">
                <a:solidFill>
                  <a:srgbClr val="FFFFFF"/>
                </a:solidFill>
              </a:defRPr>
            </a:pPr>
            <a:r>
              <a:t>localhost:&lt;port&gt;/hub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91840"/>
            <a:ext cx="6675120" cy="18288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09728"/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What the launcher runs in WSL</a:t>
            </a:r>
          </a:p>
          <a:p>
            <a:pPr algn="l">
              <a:defRPr sz="1100" b="0">
                <a:solidFill>
                  <a:srgbClr val="D4D4D4"/>
                </a:solidFill>
                <a:latin typeface="Consolas"/>
              </a:defRPr>
            </a:pPr>
            <a:r>
              <a:t>cd /mnt/c/Users/jcortez3/Desktop</a:t>
            </a:r>
          </a:p>
          <a:p>
            <a:pPr algn="l">
              <a:defRPr sz="1100" b="0">
                <a:solidFill>
                  <a:srgbClr val="D4D4D4"/>
                </a:solidFill>
                <a:latin typeface="Consolas"/>
              </a:defRPr>
            </a:pPr>
            <a:r>
              <a:t>export NODE_EXTRA_CA_CERTS=$HOME/certs/adi-ca-bundle.pem</a:t>
            </a:r>
          </a:p>
          <a:p>
            <a:pPr algn="l">
              <a:defRPr sz="1100" b="0">
                <a:solidFill>
                  <a:srgbClr val="F2C26D"/>
                </a:solidFill>
                <a:latin typeface="Consolas"/>
              </a:defRPr>
            </a:pPr>
            <a:r>
              <a:t>export CHIPAGENTS_DISABLE_UID_CHECK=true</a:t>
            </a:r>
          </a:p>
          <a:p>
            <a:pPr algn="l">
              <a:defRPr sz="1100" b="0">
                <a:solidFill>
                  <a:srgbClr val="6AD36F"/>
                </a:solidFill>
                <a:latin typeface="Consolas"/>
              </a:defRPr>
            </a:pPr>
            <a:r>
              <a:t>HUB_PORT=$PORT ~/.local/bin/chipagents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3291840"/>
            <a:ext cx="4297680" cy="1828800"/>
          </a:xfrm>
          <a:prstGeom prst="roundRect">
            <a:avLst/>
          </a:prstGeom>
          <a:solidFill>
            <a:srgbClr val="B2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Why the UID check is off</a:t>
            </a:r>
          </a:p>
          <a:p>
            <a:pPr algn="l">
              <a:defRPr sz="1100" b="0">
                <a:solidFill>
                  <a:srgbClr val="FFFFFF"/>
                </a:solidFill>
              </a:defRPr>
            </a:pPr>
            <a:r>
              <a:t>The Windows browser reaching WSL got 403 "Connections from other users are not allowed". Disabling the check is the documented fix.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11201400" cy="594360"/>
          </a:xfrm>
          <a:prstGeom prst="roundRect">
            <a:avLst/>
          </a:prstGeom>
          <a:solidFill>
            <a:schemeClr val="accent1">
              <a:lumMod val="15000"/>
              <a:lumOff val="85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chemeClr val="dk1"/>
                </a:solidFill>
              </a:defRPr>
            </a:pPr>
            <a:r>
              <a:t>Sign in once with the access link printed in the console; the tab then stays signed in until the server stops.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Notes and limitations (v0.44.3)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627632"/>
            <a:ext cx="384048" cy="384048"/>
          </a:xfrm>
          <a:prstGeom prst="ellipse">
            <a:avLst/>
          </a:prstGeom>
          <a:solidFill>
            <a:srgbClr val="B26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463040"/>
            <a:ext cx="10698480" cy="713232"/>
          </a:xfrm>
          <a:prstGeom prst="roundRect">
            <a:avLst/>
          </a:prstGeom>
          <a:solidFill>
            <a:schemeClr val="accent1">
              <a:lumMod val="12000"/>
              <a:lumOff val="88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No image paste in the chat box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Save the screenshot and reference its path in the prompt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496312"/>
            <a:ext cx="384048" cy="384048"/>
          </a:xfrm>
          <a:prstGeom prst="ellipse">
            <a:avLst/>
          </a:prstGeom>
          <a:solidFill>
            <a:srgbClr val="B26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31720"/>
            <a:ext cx="10698480" cy="713232"/>
          </a:xfrm>
          <a:prstGeom prst="roundRect">
            <a:avLst/>
          </a:prstGeom>
          <a:solidFill>
            <a:schemeClr val="accent1">
              <a:lumMod val="12000"/>
              <a:lumOff val="88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New link per server start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The token is valid only while the server runs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364992"/>
            <a:ext cx="384048" cy="384048"/>
          </a:xfrm>
          <a:prstGeom prst="ellipse">
            <a:avLst/>
          </a:prstGeom>
          <a:solidFill>
            <a:srgbClr val="B26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200400"/>
            <a:ext cx="10698480" cy="713232"/>
          </a:xfrm>
          <a:prstGeom prst="roundRect">
            <a:avLst/>
          </a:prstGeom>
          <a:solidFill>
            <a:schemeClr val="accent1">
              <a:lumMod val="12000"/>
              <a:lumOff val="88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UID check disabled in my WSL setup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Keep the access link private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4233671"/>
            <a:ext cx="384048" cy="384048"/>
          </a:xfrm>
          <a:prstGeom prst="ellipse">
            <a:avLst/>
          </a:prstGeom>
          <a:solidFill>
            <a:srgbClr val="B26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069079"/>
            <a:ext cx="10698480" cy="713232"/>
          </a:xfrm>
          <a:prstGeom prst="roundRect">
            <a:avLst/>
          </a:prstGeom>
          <a:solidFill>
            <a:schemeClr val="accent1">
              <a:lumMod val="12000"/>
              <a:lumOff val="88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Waveforms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Viewed with the separate chipagents wave-viewer command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5102352"/>
            <a:ext cx="384048" cy="384048"/>
          </a:xfrm>
          <a:prstGeom prst="ellipse">
            <a:avLst/>
          </a:prstGeom>
          <a:solidFill>
            <a:srgbClr val="B26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937760"/>
            <a:ext cx="10698480" cy="713232"/>
          </a:xfrm>
          <a:prstGeom prst="roundRect">
            <a:avLst/>
          </a:prstGeom>
          <a:solidFill>
            <a:schemeClr val="accent1">
              <a:lumMod val="12000"/>
              <a:lumOff val="88000"/>
            </a:schemeClr>
          </a:solidFill>
          <a:ln w="19050">
            <a:solidFill>
              <a:schemeClr val="dk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chemeClr val="dk1"/>
                </a:solidFill>
              </a:defRPr>
            </a:pPr>
            <a:r>
              <a:t>Closing the console stops the server</a:t>
            </a:r>
          </a:p>
          <a:p>
            <a:pPr algn="l">
              <a:defRPr sz="1200" b="0">
                <a:solidFill>
                  <a:schemeClr val="dk1"/>
                </a:solidFill>
              </a:defRPr>
            </a:pPr>
            <a:r>
              <a:t>Ctrl-C or closing the window ends all web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12014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500" b="1">
                <a:solidFill>
                  <a:schemeClr val="accent1"/>
                </a:solidFill>
              </a:defRPr>
            </a:pPr>
            <a:r>
              <a:t>Bottom line: same agent as the CLI, with a better workspace for multi-task work.</a:t>
            </a:r>
          </a:p>
        </p:txBody>
      </p:sp>
      <p:sp>
        <p:nvSpPr>
          <p:cNvPr id="2" name="Legal Statement">
            <a:extLst>
              <a:ext uri="{FF2B5EF4-FFF2-40B4-BE49-F238E27FC236}">
                <a16:creationId xmlns:a16="http://schemas.microsoft.com/office/drawing/2014/main" id="{6D4B9EFC-C7DD-F257-A5DB-C33A7A52F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5479" y="6582557"/>
            <a:ext cx="5236846" cy="144000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90000"/>
              </a:lnSpc>
              <a:defRPr lang="en-US" sz="600" b="0" i="0" smtClean="0">
                <a:solidFill>
                  <a:schemeClr val="tx1"/>
                </a:solidFill>
                <a:latin typeface="Barlow" pitchFamily="2" charset="77"/>
                <a:cs typeface="Arial" panose="020B0604020202020204" pitchFamily="34" charset="0"/>
              </a:defRPr>
            </a:lvl1pPr>
          </a:lstStyle>
          <a:p>
            <a:r>
              <a:rPr lang="en-IE" dirty="0"/>
              <a:t>©2026 Analog Devices, Inc. All Rights Reserved.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E45972-FE13-E8D4-E5E1-9B8CBA947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7601" y="6582557"/>
            <a:ext cx="247878" cy="144000"/>
          </a:xfrm>
          <a:prstGeom prst="rect">
            <a:avLst/>
          </a:prstGeom>
        </p:spPr>
        <p:txBody>
          <a:bodyPr vert="horz" lIns="0" tIns="91440" rIns="91440" bIns="91440" rtlCol="0" anchor="ctr" anchorCtr="0"/>
          <a:lstStyle>
            <a:lvl1pPr algn="l">
              <a:lnSpc>
                <a:spcPct val="80000"/>
              </a:lnSpc>
              <a:defRPr lang="en-US" sz="600" b="0" i="0" kern="1200" smtClean="0">
                <a:solidFill>
                  <a:schemeClr val="tx1"/>
                </a:solidFill>
                <a:latin typeface="Barlow" pitchFamily="2" charset="77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DI-Brand-PowerPoint-Template-Standard">
  <a:themeElements>
    <a:clrScheme name="ADI Colors 2">
      <a:dk1>
        <a:srgbClr val="000000"/>
      </a:dk1>
      <a:lt1>
        <a:srgbClr val="FFFFFF"/>
      </a:lt1>
      <a:dk2>
        <a:srgbClr val="0067B9"/>
      </a:dk2>
      <a:lt2>
        <a:srgbClr val="9EA1AE"/>
      </a:lt2>
      <a:accent1>
        <a:srgbClr val="00325C"/>
      </a:accent1>
      <a:accent2>
        <a:srgbClr val="1B9CD0"/>
      </a:accent2>
      <a:accent3>
        <a:srgbClr val="8637BA"/>
      </a:accent3>
      <a:accent4>
        <a:srgbClr val="179963"/>
      </a:accent4>
      <a:accent5>
        <a:srgbClr val="FED141"/>
      </a:accent5>
      <a:accent6>
        <a:srgbClr val="C81A28"/>
      </a:accent6>
      <a:hlink>
        <a:srgbClr val="0067B9"/>
      </a:hlink>
      <a:folHlink>
        <a:srgbClr val="3C4157"/>
      </a:folHlink>
    </a:clrScheme>
    <a:fontScheme name="Custom 3">
      <a:majorFont>
        <a:latin typeface="Barlow Medium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1"/>
          </a:solidFill>
          <a:miter lim="800000"/>
        </a:ln>
        <a:effectLst/>
      </a:spPr>
      <a:bodyPr rtlCol="0" anchor="ctr"/>
      <a:lstStyle>
        <a:defPPr algn="l" defTabSz="457200">
          <a:spcBef>
            <a:spcPts val="600"/>
          </a:spcBef>
          <a:spcAft>
            <a:spcPts val="800"/>
          </a:spcAft>
          <a:buClr>
            <a:schemeClr val="accent1"/>
          </a:buClr>
          <a:buSzPct val="70000"/>
          <a:defRPr dirty="0" err="1">
            <a:solidFill>
              <a:srgbClr val="000000"/>
            </a:solidFill>
            <a:latin typeface="Barlow" pitchFamily="2" charset="77"/>
            <a:cs typeface="Arial" panose="020B0604020202020204" pitchFamily="34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DI-Brand-PowerPoint-Template-Standard-2026-v1" id="{40DE6F68-A61A-7B47-A258-928C1C5356C2}" vid="{2E38A971-A560-AD48-AAB7-2A51DE47FE1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2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3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ppt/theme/themeOverride4.xml><?xml version="1.0" encoding="utf-8"?>
<a:themeOverride xmlns:a="http://schemas.openxmlformats.org/drawingml/2006/main">
  <a:clrScheme name="ADI Colors 2">
    <a:dk1>
      <a:srgbClr val="000000"/>
    </a:dk1>
    <a:lt1>
      <a:srgbClr val="FFFFFF"/>
    </a:lt1>
    <a:dk2>
      <a:srgbClr val="0067B9"/>
    </a:dk2>
    <a:lt2>
      <a:srgbClr val="9EA1AE"/>
    </a:lt2>
    <a:accent1>
      <a:srgbClr val="00325C"/>
    </a:accent1>
    <a:accent2>
      <a:srgbClr val="1B9CD0"/>
    </a:accent2>
    <a:accent3>
      <a:srgbClr val="8637BA"/>
    </a:accent3>
    <a:accent4>
      <a:srgbClr val="179963"/>
    </a:accent4>
    <a:accent5>
      <a:srgbClr val="FED141"/>
    </a:accent5>
    <a:accent6>
      <a:srgbClr val="C81A28"/>
    </a:accent6>
    <a:hlink>
      <a:srgbClr val="0067B9"/>
    </a:hlink>
    <a:folHlink>
      <a:srgbClr val="3C4157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42d541-bde2-496f-b98d-1eb5cfe33e34" xsi:nil="true"/>
    <lcf76f155ced4ddcb4097134ff3c332f xmlns="94b72ae9-bf22-4152-8388-3de8faa2520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EC1CFF4750D848B193E453B794BCA3" ma:contentTypeVersion="12" ma:contentTypeDescription="Create a new document." ma:contentTypeScope="" ma:versionID="cfc8eabe11d47c4b0e76a2e73156a029">
  <xsd:schema xmlns:xsd="http://www.w3.org/2001/XMLSchema" xmlns:xs="http://www.w3.org/2001/XMLSchema" xmlns:p="http://schemas.microsoft.com/office/2006/metadata/properties" xmlns:ns2="94b72ae9-bf22-4152-8388-3de8faa2520d" xmlns:ns3="3542d541-bde2-496f-b98d-1eb5cfe33e34" targetNamespace="http://schemas.microsoft.com/office/2006/metadata/properties" ma:root="true" ma:fieldsID="d7ef95deec2bde1a64b63289215ed5b4" ns2:_="" ns3:_="">
    <xsd:import namespace="94b72ae9-bf22-4152-8388-3de8faa2520d"/>
    <xsd:import namespace="3542d541-bde2-496f-b98d-1eb5cfe33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72ae9-bf22-4152-8388-3de8faa252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45de00c-9d84-443a-8c85-ac82572830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42d541-bde2-496f-b98d-1eb5cfe33e3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fea23f4-d62d-4008-8a8e-f52e38a3a619}" ma:internalName="TaxCatchAll" ma:showField="CatchAllData" ma:web="3542d541-bde2-496f-b98d-1eb5cfe33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4B9140-26E6-4E72-9154-F59756961C05}">
  <ds:schemaRefs>
    <ds:schemaRef ds:uri="http://schemas.microsoft.com/office/2006/metadata/properties"/>
    <ds:schemaRef ds:uri="http://schemas.microsoft.com/office/infopath/2007/PartnerControls"/>
    <ds:schemaRef ds:uri="cf6b8ade-fe7a-4cef-8baf-a5f3f527de75"/>
    <ds:schemaRef ds:uri="3542d541-bde2-496f-b98d-1eb5cfe33e34"/>
    <ds:schemaRef ds:uri="94b72ae9-bf22-4152-8388-3de8faa2520d"/>
  </ds:schemaRefs>
</ds:datastoreItem>
</file>

<file path=customXml/itemProps2.xml><?xml version="1.0" encoding="utf-8"?>
<ds:datastoreItem xmlns:ds="http://schemas.openxmlformats.org/officeDocument/2006/customXml" ds:itemID="{D1D62161-A54D-49BC-81E1-9C693C4A596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88F4568-E9A8-49F6-8BBA-3D3F7180B8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b72ae9-bf22-4152-8388-3de8faa2520d"/>
    <ds:schemaRef ds:uri="3542d541-bde2-496f-b98d-1eb5cfe33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2715</Words>
  <Application>Microsoft Macintosh PowerPoint</Application>
  <PresentationFormat>Widescreen</PresentationFormat>
  <Paragraphs>183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Barlow Medium</vt:lpstr>
      <vt:lpstr>Barlow</vt:lpstr>
      <vt:lpstr>Wingdings 3</vt:lpstr>
      <vt:lpstr>Calibri</vt:lpstr>
      <vt:lpstr>Barlow SemiBold</vt:lpstr>
      <vt:lpstr>Wingdings</vt:lpstr>
      <vt:lpstr>ADI-Brand-PowerPoint-Template-Standard</vt:lpstr>
      <vt:lpstr>PowerPoint Presentation</vt:lpstr>
      <vt:lpstr>PowerPoint Presentation</vt:lpstr>
      <vt:lpstr>Guidelines &amp; Best Practice</vt:lpstr>
      <vt:lpstr>Frequently Asked Questions (PC Users)</vt:lpstr>
      <vt:lpstr>Frequently Asked Questions (Mac Users)</vt:lpstr>
      <vt:lpstr>Frequently Asked Questions</vt:lpstr>
      <vt:lpstr>Guidelines &amp; Best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Style</vt:lpstr>
      <vt:lpstr>Chart Style</vt:lpstr>
      <vt:lpstr>Chart Style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Gildred, Terrence</dc:creator>
  <cp:keywords/>
  <dc:description>2024 Version 1
© 2024 Analog Devices, Inc. All Rights Reserved</dc:description>
  <cp:lastModifiedBy>Gildred, Terrence</cp:lastModifiedBy>
  <cp:revision>6</cp:revision>
  <cp:lastPrinted>2015-04-02T14:52:35Z</cp:lastPrinted>
  <dcterms:created xsi:type="dcterms:W3CDTF">2026-01-14T19:03:23Z</dcterms:created>
  <dcterms:modified xsi:type="dcterms:W3CDTF">2026-01-15T20:14:01Z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0x010100DAEC1CFF4750D848B193E453B794BCA3</vt:lpwstr>
  </property>
</Properties>
</file>